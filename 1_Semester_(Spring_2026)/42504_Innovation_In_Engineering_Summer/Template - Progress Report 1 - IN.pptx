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2" r:id="rId8"/>
  </p:sldMasterIdLst>
  <p:notesMasterIdLst>
    <p:notesMasterId r:id="rId12"/>
  </p:notesMasterIdLst>
  <p:handoutMasterIdLst>
    <p:handoutMasterId r:id="rId13"/>
  </p:handoutMasterIdLst>
  <p:sldIdLst>
    <p:sldId id="260" r:id="rId9"/>
    <p:sldId id="264" r:id="rId10"/>
    <p:sldId id="265" r:id="rId11"/>
  </p:sldIdLst>
  <p:sldSz cx="12190413" cy="6858000"/>
  <p:notesSz cx="6858000" cy="9144000"/>
  <p:custDataLst>
    <p:tags r:id="rId14"/>
  </p:custDataLst>
  <p:defaultTextStyle>
    <a:defPPr>
      <a:defRPr lang="da-DK"/>
    </a:defPPr>
    <a:lvl1pPr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1pPr>
    <a:lvl2pPr marL="4572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2pPr>
    <a:lvl3pPr marL="9144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3pPr>
    <a:lvl4pPr marL="13716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4pPr>
    <a:lvl5pPr marL="1828800" algn="l" rtl="0" fontAlgn="base">
      <a:spcBef>
        <a:spcPct val="50000"/>
      </a:spcBef>
      <a:spcAft>
        <a:spcPct val="0"/>
      </a:spcAft>
      <a:defRPr sz="1600" kern="1200">
        <a:solidFill>
          <a:schemeClr val="tx1"/>
        </a:solidFill>
        <a:latin typeface="Verdana" pitchFamily="34" charset="0"/>
        <a:ea typeface="ＭＳ Ｐゴシック" pitchFamily="-80" charset="-128"/>
        <a:cs typeface="+mn-cs"/>
      </a:defRPr>
    </a:lvl5pPr>
    <a:lvl6pPr marL="2286000" algn="l" defTabSz="914400" rtl="0" eaLnBrk="1" latinLnBrk="0" hangingPunct="1">
      <a:defRPr sz="1600" kern="1200">
        <a:solidFill>
          <a:schemeClr val="tx1"/>
        </a:solidFill>
        <a:latin typeface="Verdana" pitchFamily="34" charset="0"/>
        <a:ea typeface="ＭＳ Ｐゴシック" pitchFamily="-80" charset="-128"/>
        <a:cs typeface="+mn-cs"/>
      </a:defRPr>
    </a:lvl6pPr>
    <a:lvl7pPr marL="2743200" algn="l" defTabSz="914400" rtl="0" eaLnBrk="1" latinLnBrk="0" hangingPunct="1">
      <a:defRPr sz="1600" kern="1200">
        <a:solidFill>
          <a:schemeClr val="tx1"/>
        </a:solidFill>
        <a:latin typeface="Verdana" pitchFamily="34" charset="0"/>
        <a:ea typeface="ＭＳ Ｐゴシック" pitchFamily="-80" charset="-128"/>
        <a:cs typeface="+mn-cs"/>
      </a:defRPr>
    </a:lvl7pPr>
    <a:lvl8pPr marL="3200400" algn="l" defTabSz="914400" rtl="0" eaLnBrk="1" latinLnBrk="0" hangingPunct="1">
      <a:defRPr sz="1600" kern="1200">
        <a:solidFill>
          <a:schemeClr val="tx1"/>
        </a:solidFill>
        <a:latin typeface="Verdana" pitchFamily="34" charset="0"/>
        <a:ea typeface="ＭＳ Ｐゴシック" pitchFamily="-80" charset="-128"/>
        <a:cs typeface="+mn-cs"/>
      </a:defRPr>
    </a:lvl8pPr>
    <a:lvl9pPr marL="3657600" algn="l" defTabSz="914400" rtl="0" eaLnBrk="1" latinLnBrk="0" hangingPunct="1">
      <a:defRPr sz="1600" kern="1200">
        <a:solidFill>
          <a:schemeClr val="tx1"/>
        </a:solidFill>
        <a:latin typeface="Verdana" pitchFamily="34" charset="0"/>
        <a:ea typeface="ＭＳ Ｐゴシック" pitchFamily="-80" charset="-128"/>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D082"/>
    <a:srgbClr val="FFFFFF"/>
    <a:srgbClr val="FC7634"/>
    <a:srgbClr val="F6D04D"/>
    <a:srgbClr val="171748"/>
    <a:srgbClr val="2F3EEA"/>
    <a:srgbClr val="990000"/>
    <a:srgbClr val="000000"/>
    <a:srgbClr val="FFCC00"/>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523038-CC14-4AE7-9B6C-F959FEFFC404}" v="2" dt="2026-08-04T14:25:27.655"/>
  </p1510:revLst>
</p1510:revInfo>
</file>

<file path=ppt/tableStyles.xml><?xml version="1.0" encoding="utf-8"?>
<a:tblStyleLst xmlns:a="http://schemas.openxmlformats.org/drawingml/2006/main" def="{93296810-A885-4BE3-A3E7-6D5BEEA58F3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61" autoAdjust="0"/>
    <p:restoredTop sz="93937" autoAdjust="0"/>
  </p:normalViewPr>
  <p:slideViewPr>
    <p:cSldViewPr showGuides="1">
      <p:cViewPr varScale="1">
        <p:scale>
          <a:sx n="108" d="100"/>
          <a:sy n="108" d="100"/>
        </p:scale>
        <p:origin x="267" y="55"/>
      </p:cViewPr>
      <p:guideLst/>
    </p:cSldViewPr>
  </p:slideViewPr>
  <p:notesTextViewPr>
    <p:cViewPr>
      <p:scale>
        <a:sx n="100" d="100"/>
        <a:sy n="100" d="100"/>
      </p:scale>
      <p:origin x="0" y="0"/>
    </p:cViewPr>
  </p:notesTextViewPr>
  <p:notesViewPr>
    <p:cSldViewPr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handoutMaster" Target="handoutMasters/handout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customXml" Target="../customXml/item7.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3.xml"/><Relationship Id="rId5" Type="http://schemas.openxmlformats.org/officeDocument/2006/relationships/customXml" Target="../customXml/item5.xml"/><Relationship Id="rId15" Type="http://schemas.openxmlformats.org/officeDocument/2006/relationships/presProps" Target="presProps.xml"/><Relationship Id="rId10" Type="http://schemas.openxmlformats.org/officeDocument/2006/relationships/slide" Target="slides/slide2.xml"/><Relationship Id="rId19"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ákon Hlynsson" userId="c7e20601-e56a-456f-b658-0f8093561dd8" providerId="ADAL" clId="{44030AF4-5CF9-4F9A-86C9-BBBE197B9BC5}"/>
    <pc:docChg chg="custSel modSld">
      <pc:chgData name="Hákon Hlynsson" userId="c7e20601-e56a-456f-b658-0f8093561dd8" providerId="ADAL" clId="{44030AF4-5CF9-4F9A-86C9-BBBE197B9BC5}" dt="2026-08-04T14:32:47.397" v="476" actId="20577"/>
      <pc:docMkLst>
        <pc:docMk/>
      </pc:docMkLst>
      <pc:sldChg chg="addSp modSp mod">
        <pc:chgData name="Hákon Hlynsson" userId="c7e20601-e56a-456f-b658-0f8093561dd8" providerId="ADAL" clId="{44030AF4-5CF9-4F9A-86C9-BBBE197B9BC5}" dt="2026-08-04T14:32:47.397" v="476" actId="20577"/>
        <pc:sldMkLst>
          <pc:docMk/>
          <pc:sldMk cId="420387566" sldId="264"/>
        </pc:sldMkLst>
        <pc:spChg chg="mod">
          <ac:chgData name="Hákon Hlynsson" userId="c7e20601-e56a-456f-b658-0f8093561dd8" providerId="ADAL" clId="{44030AF4-5CF9-4F9A-86C9-BBBE197B9BC5}" dt="2026-08-04T14:20:41.977" v="0"/>
          <ac:spMkLst>
            <pc:docMk/>
            <pc:sldMk cId="420387566" sldId="264"/>
            <ac:spMk id="9" creationId="{57435CE5-64BB-01EC-06CF-C454264B63C4}"/>
          </ac:spMkLst>
        </pc:spChg>
        <pc:spChg chg="add mod">
          <ac:chgData name="Hákon Hlynsson" userId="c7e20601-e56a-456f-b658-0f8093561dd8" providerId="ADAL" clId="{44030AF4-5CF9-4F9A-86C9-BBBE197B9BC5}" dt="2026-08-04T14:32:47.397" v="476" actId="20577"/>
          <ac:spMkLst>
            <pc:docMk/>
            <pc:sldMk cId="420387566" sldId="264"/>
            <ac:spMk id="11" creationId="{A0691353-F349-590D-73F5-509D9D35F19C}"/>
          </ac:spMkLst>
        </pc:spChg>
        <pc:picChg chg="add mod">
          <ac:chgData name="Hákon Hlynsson" userId="c7e20601-e56a-456f-b658-0f8093561dd8" providerId="ADAL" clId="{44030AF4-5CF9-4F9A-86C9-BBBE197B9BC5}" dt="2026-08-04T14:21:52.868" v="13" actId="1076"/>
          <ac:picMkLst>
            <pc:docMk/>
            <pc:sldMk cId="420387566" sldId="264"/>
            <ac:picMk id="8" creationId="{45963D2C-24D4-B161-CEFC-095E4498C02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1"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vl1pPr>
          </a:lstStyle>
          <a:p>
            <a:endParaRPr lang="da-DK" dirty="0">
              <a:latin typeface="Arial" panose="020B0604020202020204" pitchFamily="34" charset="0"/>
            </a:endParaRPr>
          </a:p>
        </p:txBody>
      </p:sp>
      <p:sp>
        <p:nvSpPr>
          <p:cNvPr id="63492"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0" hangingPunct="0">
              <a:spcBef>
                <a:spcPct val="0"/>
              </a:spcBef>
              <a:defRPr sz="1200"/>
            </a:lvl1pPr>
          </a:lstStyle>
          <a:p>
            <a:endParaRPr lang="da-DK" dirty="0">
              <a:latin typeface="Arial" panose="020B0604020202020204" pitchFamily="34" charset="0"/>
            </a:endParaRPr>
          </a:p>
        </p:txBody>
      </p:sp>
      <p:sp>
        <p:nvSpPr>
          <p:cNvPr id="63493"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vl1pPr>
          </a:lstStyle>
          <a:p>
            <a:fld id="{491ECFBD-4A0D-4BCF-98A8-E205F44719BF}" type="slidenum">
              <a:rPr lang="da-DK" smtClean="0">
                <a:latin typeface="Arial" panose="020B0604020202020204" pitchFamily="34" charset="0"/>
              </a:rPr>
              <a:pPr/>
              <a:t>‹#›</a:t>
            </a:fld>
            <a:endParaRPr lang="da-DK" dirty="0">
              <a:latin typeface="Arial" panose="020B0604020202020204" pitchFamily="34" charset="0"/>
            </a:endParaRPr>
          </a:p>
        </p:txBody>
      </p:sp>
    </p:spTree>
    <p:extLst>
      <p:ext uri="{BB962C8B-B14F-4D97-AF65-F5344CB8AC3E}">
        <p14:creationId xmlns:p14="http://schemas.microsoft.com/office/powerpoint/2010/main" val="13728099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Arial" panose="020B0604020202020204" pitchFamily="34" charset="0"/>
              </a:defRPr>
            </a:lvl1pPr>
          </a:lstStyle>
          <a:p>
            <a:endParaRPr lang="da-DK" dirty="0"/>
          </a:p>
        </p:txBody>
      </p:sp>
      <p:sp>
        <p:nvSpPr>
          <p:cNvPr id="3076" name="Rectangle 4"/>
          <p:cNvSpPr>
            <a:spLocks noGrp="1" noRot="1" noChangeAspect="1" noChangeArrowheads="1" noTextEdit="1"/>
          </p:cNvSpPr>
          <p:nvPr>
            <p:ph type="sldImg" idx="2"/>
          </p:nvPr>
        </p:nvSpPr>
        <p:spPr bwMode="auto">
          <a:xfrm>
            <a:off x="382588" y="685800"/>
            <a:ext cx="6092825"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a-DK" dirty="0" err="1"/>
              <a:t>Click</a:t>
            </a:r>
            <a:r>
              <a:rPr lang="da-DK" dirty="0"/>
              <a:t> to </a:t>
            </a:r>
            <a:r>
              <a:rPr lang="da-DK" dirty="0" err="1"/>
              <a:t>edit</a:t>
            </a:r>
            <a:r>
              <a:rPr lang="da-DK" dirty="0"/>
              <a:t> Master </a:t>
            </a:r>
            <a:r>
              <a:rPr lang="da-DK" dirty="0" err="1"/>
              <a:t>text</a:t>
            </a:r>
            <a:r>
              <a:rPr lang="da-DK" dirty="0"/>
              <a:t> </a:t>
            </a:r>
            <a:r>
              <a:rPr lang="da-DK" dirty="0" err="1"/>
              <a:t>styles</a:t>
            </a:r>
            <a:endParaRPr lang="da-DK" dirty="0"/>
          </a:p>
          <a:p>
            <a:pPr lvl="1"/>
            <a:r>
              <a:rPr lang="da-DK" dirty="0"/>
              <a:t>Second </a:t>
            </a:r>
            <a:r>
              <a:rPr lang="da-DK" dirty="0" err="1"/>
              <a:t>level</a:t>
            </a:r>
            <a:endParaRPr lang="da-DK" dirty="0"/>
          </a:p>
          <a:p>
            <a:pPr lvl="2"/>
            <a:r>
              <a:rPr lang="da-DK" dirty="0"/>
              <a:t>Third </a:t>
            </a:r>
            <a:r>
              <a:rPr lang="da-DK" dirty="0" err="1"/>
              <a:t>level</a:t>
            </a:r>
            <a:endParaRPr lang="da-DK" dirty="0"/>
          </a:p>
          <a:p>
            <a:pPr lvl="3"/>
            <a:r>
              <a:rPr lang="da-DK" dirty="0" err="1"/>
              <a:t>Fourth</a:t>
            </a:r>
            <a:r>
              <a:rPr lang="da-DK" dirty="0"/>
              <a:t> </a:t>
            </a:r>
            <a:r>
              <a:rPr lang="da-DK" dirty="0" err="1"/>
              <a:t>level</a:t>
            </a:r>
            <a:endParaRPr lang="da-DK" dirty="0"/>
          </a:p>
          <a:p>
            <a:pPr lvl="4"/>
            <a:r>
              <a:rPr lang="da-DK" dirty="0"/>
              <a:t>Fifth </a:t>
            </a:r>
            <a:r>
              <a:rPr lang="da-DK" dirty="0" err="1"/>
              <a:t>level</a:t>
            </a:r>
            <a:endParaRPr lang="da-DK" dirty="0"/>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Arial" panose="020B0604020202020204" pitchFamily="34" charset="0"/>
              </a:defRPr>
            </a:lvl1pPr>
          </a:lstStyle>
          <a:p>
            <a:endParaRPr lang="da-DK" dirty="0"/>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Arial" panose="020B0604020202020204" pitchFamily="34" charset="0"/>
              </a:defRPr>
            </a:lvl1pPr>
          </a:lstStyle>
          <a:p>
            <a:fld id="{C734BB09-483B-4C4B-A5A4-C02A22055B01}" type="slidenum">
              <a:rPr lang="da-DK" smtClean="0"/>
              <a:pPr/>
              <a:t>‹#›</a:t>
            </a:fld>
            <a:endParaRPr lang="da-DK" dirty="0"/>
          </a:p>
        </p:txBody>
      </p:sp>
    </p:spTree>
    <p:extLst>
      <p:ext uri="{BB962C8B-B14F-4D97-AF65-F5344CB8AC3E}">
        <p14:creationId xmlns:p14="http://schemas.microsoft.com/office/powerpoint/2010/main" val="127783607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ＭＳ Ｐゴシック" pitchFamily="-80"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fld id="{C734BB09-483B-4C4B-A5A4-C02A22055B01}" type="slidenum">
              <a:rPr lang="da-DK" smtClean="0"/>
              <a:pPr/>
              <a:t>2</a:t>
            </a:fld>
            <a:endParaRPr lang="da-DK" dirty="0"/>
          </a:p>
        </p:txBody>
      </p:sp>
    </p:spTree>
    <p:extLst>
      <p:ext uri="{BB962C8B-B14F-4D97-AF65-F5344CB8AC3E}">
        <p14:creationId xmlns:p14="http://schemas.microsoft.com/office/powerpoint/2010/main" val="3288360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1B563-9721-5CD3-61DB-4981B03E4BE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4870D3FA-7CB4-AFF1-2196-DE1215B1CC96}"/>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701122C7-A93E-A292-A505-0039EEF5FC6E}"/>
              </a:ext>
            </a:extLst>
          </p:cNvPr>
          <p:cNvSpPr>
            <a:spLocks noGrp="1"/>
          </p:cNvSpPr>
          <p:nvPr>
            <p:ph type="body" idx="1"/>
          </p:nvPr>
        </p:nvSpPr>
        <p:spPr/>
        <p:txBody>
          <a:bodyPr/>
          <a:lstStyle/>
          <a:p>
            <a:endParaRPr lang="da-DK" dirty="0"/>
          </a:p>
        </p:txBody>
      </p:sp>
      <p:sp>
        <p:nvSpPr>
          <p:cNvPr id="4" name="Pladsholder til slidenummer 3">
            <a:extLst>
              <a:ext uri="{FF2B5EF4-FFF2-40B4-BE49-F238E27FC236}">
                <a16:creationId xmlns:a16="http://schemas.microsoft.com/office/drawing/2014/main" id="{45B3F650-94FB-8ED2-56F5-D316BB3BEC76}"/>
              </a:ext>
            </a:extLst>
          </p:cNvPr>
          <p:cNvSpPr>
            <a:spLocks noGrp="1"/>
          </p:cNvSpPr>
          <p:nvPr>
            <p:ph type="sldNum" sz="quarter" idx="5"/>
          </p:nvPr>
        </p:nvSpPr>
        <p:spPr/>
        <p:txBody>
          <a:bodyPr/>
          <a:lstStyle/>
          <a:p>
            <a:fld id="{C734BB09-483B-4C4B-A5A4-C02A22055B01}" type="slidenum">
              <a:rPr lang="da-DK" smtClean="0"/>
              <a:pPr/>
              <a:t>3</a:t>
            </a:fld>
            <a:endParaRPr lang="da-DK" dirty="0"/>
          </a:p>
        </p:txBody>
      </p:sp>
    </p:spTree>
    <p:extLst>
      <p:ext uri="{BB962C8B-B14F-4D97-AF65-F5344CB8AC3E}">
        <p14:creationId xmlns:p14="http://schemas.microsoft.com/office/powerpoint/2010/main" val="11906141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A">
    <p:bg>
      <p:bgPr>
        <a:solidFill>
          <a:schemeClr val="accent6"/>
        </a:solidFill>
        <a:effectLst/>
      </p:bgPr>
    </p:bg>
    <p:spTree>
      <p:nvGrpSpPr>
        <p:cNvPr id="1" name=""/>
        <p:cNvGrpSpPr/>
        <p:nvPr/>
      </p:nvGrpSpPr>
      <p:grpSpPr>
        <a:xfrm>
          <a:off x="0" y="0"/>
          <a:ext cx="0" cy="0"/>
          <a:chOff x="0" y="0"/>
          <a:chExt cx="0" cy="0"/>
        </a:xfrm>
      </p:grpSpPr>
      <p:sp>
        <p:nvSpPr>
          <p:cNvPr id="2" name="Background"/>
          <p:cNvSpPr/>
          <p:nvPr userDrawn="1"/>
        </p:nvSpPr>
        <p:spPr bwMode="auto">
          <a:xfrm>
            <a:off x="0" y="0"/>
            <a:ext cx="0" cy="0"/>
          </a:xfrm>
          <a:prstGeom prst="rect">
            <a:avLst/>
          </a:prstGeom>
          <a:solidFill>
            <a:srgbClr val="FC763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1" name="Logo white">
            <a:extLst>
              <a:ext uri="{FF2B5EF4-FFF2-40B4-BE49-F238E27FC236}">
                <a16:creationId xmlns:a16="http://schemas.microsoft.com/office/drawing/2014/main" id="{275A6477-FE3A-4D40-B1FE-E46C11E344A5}"/>
              </a:ext>
            </a:extLst>
          </p:cNvPr>
          <p:cNvSpPr>
            <a:spLocks noChangeAspect="1"/>
          </p:cNvSpPr>
          <p:nvPr userDrawn="1">
            <p:custDataLst>
              <p:tags r:id="rId1"/>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a:p>
        </p:txBody>
      </p:sp>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bg1"/>
                </a:solidFill>
              </a:defRPr>
            </a:lvl1pPr>
          </a:lstStyle>
          <a:p>
            <a:pPr lvl="0"/>
            <a:r>
              <a:rPr lang="da-DK" noProof="0"/>
              <a:t>Klik for at redigere titeltypografien i masteren</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bg1"/>
                </a:solidFill>
              </a:defRPr>
            </a:lvl1pPr>
          </a:lstStyle>
          <a:p>
            <a:pPr lvl="0"/>
            <a:r>
              <a:rPr lang="da-DK" noProof="0"/>
              <a:t>Klik for at redigere undertiteltypografien i masteren</a:t>
            </a:r>
            <a:endParaRPr lang="en-GB" noProof="0" dirty="0"/>
          </a:p>
        </p:txBody>
      </p:sp>
      <p:sp>
        <p:nvSpPr>
          <p:cNvPr id="3" name="Footer Placeholder 2">
            <a:extLst>
              <a:ext uri="{FF2B5EF4-FFF2-40B4-BE49-F238E27FC236}">
                <a16:creationId xmlns:a16="http://schemas.microsoft.com/office/drawing/2014/main" id="{F2117C6C-7BC3-4888-BC29-FAB17565D119}"/>
              </a:ext>
            </a:extLst>
          </p:cNvPr>
          <p:cNvSpPr>
            <a:spLocks noGrp="1"/>
          </p:cNvSpPr>
          <p:nvPr>
            <p:ph type="ftr" sz="quarter" idx="16"/>
          </p:nvPr>
        </p:nvSpPr>
        <p:spPr/>
        <p:txBody>
          <a:bodyPr/>
          <a:lstStyle>
            <a:lvl1pPr>
              <a:defRPr>
                <a:solidFill>
                  <a:schemeClr val="bg1"/>
                </a:solidFill>
              </a:defRPr>
            </a:lvl1pPr>
          </a:lstStyle>
          <a:p>
            <a:r>
              <a:rPr lang="en-GB"/>
              <a:t>Title</a:t>
            </a:r>
            <a:endParaRPr lang="en-GB" dirty="0"/>
          </a:p>
        </p:txBody>
      </p:sp>
      <p:sp>
        <p:nvSpPr>
          <p:cNvPr id="4" name="Slide Number Placeholder 3">
            <a:extLst>
              <a:ext uri="{FF2B5EF4-FFF2-40B4-BE49-F238E27FC236}">
                <a16:creationId xmlns:a16="http://schemas.microsoft.com/office/drawing/2014/main" id="{E77E4668-D07F-4B96-9755-175402734855}"/>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389654E3-8C97-7C79-5D4F-2B98E799C9E3}"/>
              </a:ext>
            </a:extLst>
          </p:cNvPr>
          <p:cNvSpPr>
            <a:spLocks noGrp="1"/>
          </p:cNvSpPr>
          <p:nvPr>
            <p:ph type="dt" sz="half" idx="18"/>
          </p:nvPr>
        </p:nvSpPr>
        <p:spPr/>
        <p:txBody>
          <a:bodyPr/>
          <a:lstStyle/>
          <a:p>
            <a:r>
              <a:rPr lang="da-DK"/>
              <a:t>Date</a:t>
            </a:r>
            <a:endParaRPr lang="en-GB" dirty="0"/>
          </a:p>
        </p:txBody>
      </p:sp>
    </p:spTree>
    <p:extLst>
      <p:ext uri="{BB962C8B-B14F-4D97-AF65-F5344CB8AC3E}">
        <p14:creationId xmlns:p14="http://schemas.microsoft.com/office/powerpoint/2010/main" val="322721454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B">
    <p:bg>
      <p:bgRef idx="1001">
        <a:schemeClr val="bg1"/>
      </p:bgRef>
    </p:bg>
    <p:spTree>
      <p:nvGrpSpPr>
        <p:cNvPr id="1" name=""/>
        <p:cNvGrpSpPr/>
        <p:nvPr/>
      </p:nvGrpSpPr>
      <p:grpSpPr>
        <a:xfrm>
          <a:off x="0" y="0"/>
          <a:ext cx="0" cy="0"/>
          <a:chOff x="0" y="0"/>
          <a:chExt cx="0" cy="0"/>
        </a:xfrm>
      </p:grpSpPr>
      <p:sp>
        <p:nvSpPr>
          <p:cNvPr id="114690" name="Rectangle 2"/>
          <p:cNvSpPr>
            <a:spLocks noGrp="1" noChangeArrowheads="1"/>
          </p:cNvSpPr>
          <p:nvPr>
            <p:ph type="ctrTitle"/>
          </p:nvPr>
        </p:nvSpPr>
        <p:spPr>
          <a:xfrm>
            <a:off x="249859" y="3545117"/>
            <a:ext cx="10840028" cy="2706458"/>
          </a:xfrm>
        </p:spPr>
        <p:txBody>
          <a:bodyPr anchor="t" anchorCtr="0"/>
          <a:lstStyle>
            <a:lvl1pPr>
              <a:lnSpc>
                <a:spcPct val="93000"/>
              </a:lnSpc>
              <a:defRPr sz="8000">
                <a:solidFill>
                  <a:schemeClr val="tx1"/>
                </a:solidFill>
              </a:defRPr>
            </a:lvl1pPr>
          </a:lstStyle>
          <a:p>
            <a:pPr lvl="0"/>
            <a:r>
              <a:rPr lang="da-DK" noProof="0"/>
              <a:t>Klik for at redigere titeltypografien i masteren</a:t>
            </a:r>
            <a:endParaRPr lang="en-GB" noProof="0" dirty="0"/>
          </a:p>
        </p:txBody>
      </p:sp>
      <p:sp>
        <p:nvSpPr>
          <p:cNvPr id="114691" name="Rectangle 3"/>
          <p:cNvSpPr>
            <a:spLocks noGrp="1" noChangeArrowheads="1"/>
          </p:cNvSpPr>
          <p:nvPr>
            <p:ph type="subTitle" idx="1"/>
          </p:nvPr>
        </p:nvSpPr>
        <p:spPr>
          <a:xfrm>
            <a:off x="247072" y="1704975"/>
            <a:ext cx="10840028" cy="1660654"/>
          </a:xfrm>
        </p:spPr>
        <p:txBody>
          <a:bodyPr anchor="b" anchorCtr="0"/>
          <a:lstStyle>
            <a:lvl1pPr marL="0" indent="0">
              <a:lnSpc>
                <a:spcPct val="110000"/>
              </a:lnSpc>
              <a:spcBef>
                <a:spcPts val="0"/>
              </a:spcBef>
              <a:buFontTx/>
              <a:buNone/>
              <a:defRPr sz="3000">
                <a:solidFill>
                  <a:schemeClr val="tx1"/>
                </a:solidFill>
              </a:defRPr>
            </a:lvl1pPr>
          </a:lstStyle>
          <a:p>
            <a:pPr lvl="0"/>
            <a:r>
              <a:rPr lang="da-DK" noProof="0"/>
              <a:t>Klik for at redigere undertiteltypografien i masteren</a:t>
            </a:r>
            <a:endParaRPr lang="en-GB" noProof="0" dirty="0"/>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GB"/>
              <a:t>Title</a:t>
            </a:r>
            <a:endParaRPr lang="en-GB" dirty="0"/>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5C8B6288-E3A4-25D7-4A73-88CD67FC644A}"/>
              </a:ext>
            </a:extLst>
          </p:cNvPr>
          <p:cNvSpPr>
            <a:spLocks noGrp="1"/>
          </p:cNvSpPr>
          <p:nvPr>
            <p:ph type="dt" sz="half" idx="18"/>
          </p:nvPr>
        </p:nvSpPr>
        <p:spPr/>
        <p:txBody>
          <a:bodyPr/>
          <a:lstStyle/>
          <a:p>
            <a:r>
              <a:rPr lang="da-DK"/>
              <a:t>Date</a:t>
            </a:r>
            <a:endParaRPr lang="en-GB" dirty="0"/>
          </a:p>
        </p:txBody>
      </p:sp>
    </p:spTree>
    <p:extLst>
      <p:ext uri="{BB962C8B-B14F-4D97-AF65-F5344CB8AC3E}">
        <p14:creationId xmlns:p14="http://schemas.microsoft.com/office/powerpoint/2010/main" val="122591931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userDrawn="1">
          <p15:clr>
            <a:srgbClr val="F26B43"/>
          </p15:clr>
        </p15:guide>
        <p15:guide id="2" pos="6984" userDrawn="1">
          <p15:clr>
            <a:srgbClr val="F26B43"/>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8A0E3C-0CE1-4BBF-A912-5A81BF3B7BCA}"/>
              </a:ext>
            </a:extLst>
          </p:cNvPr>
          <p:cNvSpPr>
            <a:spLocks noGrp="1"/>
          </p:cNvSpPr>
          <p:nvPr>
            <p:ph type="title"/>
          </p:nvPr>
        </p:nvSpPr>
        <p:spPr/>
        <p:txBody>
          <a:bodyPr/>
          <a:lstStyle/>
          <a:p>
            <a:r>
              <a:rPr lang="da-DK"/>
              <a:t>Klik for at redigere titeltypografien i masteren</a:t>
            </a:r>
            <a:endParaRPr lang="en-GB" dirty="0"/>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2" name="Footer Placeholder 1">
            <a:extLst>
              <a:ext uri="{FF2B5EF4-FFF2-40B4-BE49-F238E27FC236}">
                <a16:creationId xmlns:a16="http://schemas.microsoft.com/office/drawing/2014/main" id="{1FCA8860-CDAD-4F91-9292-2B11655C191E}"/>
              </a:ext>
            </a:extLst>
          </p:cNvPr>
          <p:cNvSpPr>
            <a:spLocks noGrp="1"/>
          </p:cNvSpPr>
          <p:nvPr>
            <p:ph type="ftr" sz="quarter" idx="10"/>
          </p:nvPr>
        </p:nvSpPr>
        <p:spPr/>
        <p:txBody>
          <a:bodyPr/>
          <a:lstStyle/>
          <a:p>
            <a:r>
              <a:rPr lang="en-GB"/>
              <a:t>Title</a:t>
            </a:r>
            <a:endParaRPr lang="en-GB" dirty="0"/>
          </a:p>
        </p:txBody>
      </p:sp>
      <p:sp>
        <p:nvSpPr>
          <p:cNvPr id="6" name="Slide Number Placeholder 5">
            <a:extLst>
              <a:ext uri="{FF2B5EF4-FFF2-40B4-BE49-F238E27FC236}">
                <a16:creationId xmlns:a16="http://schemas.microsoft.com/office/drawing/2014/main" id="{88C7A21B-9B48-4777-BF0D-9FB95719C2E7}"/>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E65F6643-3F1A-C522-8B10-AAA4126632AB}"/>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1187774059"/>
      </p:ext>
    </p:extLst>
  </p:cSld>
  <p:clrMapOvr>
    <a:masterClrMapping/>
  </p:clrMapOvr>
  <p:extLst>
    <p:ext uri="{DCECCB84-F9BA-43D5-87BE-67443E8EF086}">
      <p15:sldGuideLst xmlns:p15="http://schemas.microsoft.com/office/powerpoint/2012/main">
        <p15:guide id="1" pos="6984" userDrawn="1">
          <p15:clr>
            <a:srgbClr val="F26B43"/>
          </p15:clr>
        </p15:guide>
        <p15:guide id="2" pos="1117" userDrawn="1">
          <p15:clr>
            <a:srgbClr val="F26B43"/>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o indholdsobjekter">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EB1D5E1-0C4E-4A74-BE37-26307F7E2821}"/>
              </a:ext>
            </a:extLst>
          </p:cNvPr>
          <p:cNvSpPr>
            <a:spLocks noGrp="1"/>
          </p:cNvSpPr>
          <p:nvPr>
            <p:ph type="title"/>
          </p:nvPr>
        </p:nvSpPr>
        <p:spPr>
          <a:xfrm>
            <a:off x="1774726" y="426127"/>
            <a:ext cx="9312374" cy="972716"/>
          </a:xfrm>
        </p:spPr>
        <p:txBody>
          <a:bodyPr/>
          <a:lstStyle/>
          <a:p>
            <a:r>
              <a:rPr lang="da-DK"/>
              <a:t>Klik for at redigere titeltypografien i masteren</a:t>
            </a:r>
            <a:endParaRPr lang="en-GB" dirty="0"/>
          </a:p>
        </p:txBody>
      </p:sp>
      <p:sp>
        <p:nvSpPr>
          <p:cNvPr id="3" name="Content Placeholder 2"/>
          <p:cNvSpPr>
            <a:spLocks noGrp="1"/>
          </p:cNvSpPr>
          <p:nvPr>
            <p:ph sz="half" idx="1"/>
          </p:nvPr>
        </p:nvSpPr>
        <p:spPr>
          <a:xfrm>
            <a:off x="1774800" y="1706399"/>
            <a:ext cx="4410177"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4" name="Content Placeholder 3"/>
          <p:cNvSpPr>
            <a:spLocks noGrp="1"/>
          </p:cNvSpPr>
          <p:nvPr>
            <p:ph sz="half" idx="2"/>
          </p:nvPr>
        </p:nvSpPr>
        <p:spPr>
          <a:xfrm>
            <a:off x="6678001" y="1706399"/>
            <a:ext cx="4409100" cy="45468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7" name="Footer Placeholder 6">
            <a:extLst>
              <a:ext uri="{FF2B5EF4-FFF2-40B4-BE49-F238E27FC236}">
                <a16:creationId xmlns:a16="http://schemas.microsoft.com/office/drawing/2014/main" id="{02499420-B0E8-4C8A-8C00-E21262271ADD}"/>
              </a:ext>
            </a:extLst>
          </p:cNvPr>
          <p:cNvSpPr>
            <a:spLocks noGrp="1"/>
          </p:cNvSpPr>
          <p:nvPr>
            <p:ph type="ftr" sz="quarter" idx="10"/>
          </p:nvPr>
        </p:nvSpPr>
        <p:spPr/>
        <p:txBody>
          <a:bodyPr/>
          <a:lstStyle/>
          <a:p>
            <a:r>
              <a:rPr lang="en-GB"/>
              <a:t>Title</a:t>
            </a:r>
            <a:endParaRPr lang="en-GB" dirty="0"/>
          </a:p>
        </p:txBody>
      </p:sp>
      <p:sp>
        <p:nvSpPr>
          <p:cNvPr id="8" name="Slide Number Placeholder 7">
            <a:extLst>
              <a:ext uri="{FF2B5EF4-FFF2-40B4-BE49-F238E27FC236}">
                <a16:creationId xmlns:a16="http://schemas.microsoft.com/office/drawing/2014/main" id="{E3EE7F0E-E606-41AC-BBBF-B5AECB1112EB}"/>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58306A58-3FFC-AF7F-632E-13C006F10686}"/>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4150573203"/>
      </p:ext>
    </p:extLst>
  </p:cSld>
  <p:clrMapOvr>
    <a:masterClrMapping/>
  </p:clrMapOvr>
  <p:extLst>
    <p:ext uri="{DCECCB84-F9BA-43D5-87BE-67443E8EF086}">
      <p15:sldGuideLst xmlns:p15="http://schemas.microsoft.com/office/powerpoint/2012/main">
        <p15:guide id="1" pos="1118">
          <p15:clr>
            <a:srgbClr val="F26B43"/>
          </p15:clr>
        </p15:guide>
        <p15:guide id="2" pos="3896">
          <p15:clr>
            <a:srgbClr val="F26B43"/>
          </p15:clr>
        </p15:guide>
        <p15:guide id="3" pos="4205">
          <p15:clr>
            <a:srgbClr val="F26B43"/>
          </p15:clr>
        </p15:guide>
        <p15:guide id="4" pos="6984">
          <p15:clr>
            <a:srgbClr val="F26B43"/>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and two pictures">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90A2595F-A737-4D92-946C-EC0BBF885334}"/>
              </a:ext>
            </a:extLst>
          </p:cNvPr>
          <p:cNvSpPr>
            <a:spLocks noGrp="1"/>
          </p:cNvSpPr>
          <p:nvPr>
            <p:ph type="title"/>
          </p:nvPr>
        </p:nvSpPr>
        <p:spPr>
          <a:xfrm>
            <a:off x="1774726" y="426127"/>
            <a:ext cx="6048672" cy="972716"/>
          </a:xfrm>
        </p:spPr>
        <p:txBody>
          <a:bodyPr/>
          <a:lstStyle/>
          <a:p>
            <a:r>
              <a:rPr lang="da-DK"/>
              <a:t>Klik for at redigere titeltypografien i masteren</a:t>
            </a:r>
            <a:endParaRPr lang="en-GB" dirty="0"/>
          </a:p>
        </p:txBody>
      </p:sp>
      <p:sp>
        <p:nvSpPr>
          <p:cNvPr id="3" name="Content Placeholder 2"/>
          <p:cNvSpPr>
            <a:spLocks noGrp="1"/>
          </p:cNvSpPr>
          <p:nvPr>
            <p:ph idx="1"/>
          </p:nvPr>
        </p:nvSpPr>
        <p:spPr>
          <a:xfrm>
            <a:off x="1774726" y="1706328"/>
            <a:ext cx="6048672" cy="454557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8331213" y="849734"/>
            <a:ext cx="3859200" cy="25056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8331213" y="3563718"/>
            <a:ext cx="3859200" cy="25056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D2986237-C7E2-4498-82A4-361A340A6504}"/>
              </a:ext>
            </a:extLst>
          </p:cNvPr>
          <p:cNvSpPr>
            <a:spLocks noGrp="1"/>
          </p:cNvSpPr>
          <p:nvPr>
            <p:ph type="ftr" sz="quarter" idx="15"/>
          </p:nvPr>
        </p:nvSpPr>
        <p:spPr/>
        <p:txBody>
          <a:bodyPr/>
          <a:lstStyle/>
          <a:p>
            <a:r>
              <a:rPr lang="en-GB"/>
              <a:t>Title</a:t>
            </a:r>
            <a:endParaRPr lang="en-GB" dirty="0"/>
          </a:p>
        </p:txBody>
      </p:sp>
      <p:sp>
        <p:nvSpPr>
          <p:cNvPr id="6" name="Slide Number Placeholder 5">
            <a:extLst>
              <a:ext uri="{FF2B5EF4-FFF2-40B4-BE49-F238E27FC236}">
                <a16:creationId xmlns:a16="http://schemas.microsoft.com/office/drawing/2014/main" id="{21664EEF-2B63-484E-803A-4FCD66F243A5}"/>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42094E2B-D4AD-C3AB-889B-170180697282}"/>
              </a:ext>
            </a:extLst>
          </p:cNvPr>
          <p:cNvSpPr>
            <a:spLocks noGrp="1"/>
          </p:cNvSpPr>
          <p:nvPr>
            <p:ph type="dt" sz="half" idx="17"/>
          </p:nvPr>
        </p:nvSpPr>
        <p:spPr/>
        <p:txBody>
          <a:bodyPr/>
          <a:lstStyle/>
          <a:p>
            <a:r>
              <a:rPr lang="da-DK"/>
              <a:t>Date</a:t>
            </a:r>
            <a:endParaRPr lang="en-GB" dirty="0"/>
          </a:p>
        </p:txBody>
      </p:sp>
    </p:spTree>
    <p:extLst>
      <p:ext uri="{BB962C8B-B14F-4D97-AF65-F5344CB8AC3E}">
        <p14:creationId xmlns:p14="http://schemas.microsoft.com/office/powerpoint/2010/main" val="3922670733"/>
      </p:ext>
    </p:extLst>
  </p:cSld>
  <p:clrMapOvr>
    <a:masterClrMapping/>
  </p:clrMapOvr>
  <p:extLst>
    <p:ext uri="{DCECCB84-F9BA-43D5-87BE-67443E8EF086}">
      <p15:sldGuideLst xmlns:p15="http://schemas.microsoft.com/office/powerpoint/2012/main">
        <p15:guide id="1" pos="4927" userDrawn="1">
          <p15:clr>
            <a:srgbClr val="F26B43"/>
          </p15:clr>
        </p15:guide>
        <p15:guide id="2" pos="5247" userDrawn="1">
          <p15:clr>
            <a:srgbClr val="F26B43"/>
          </p15:clr>
        </p15:guide>
        <p15:guide id="3" pos="1117" userDrawn="1">
          <p15:clr>
            <a:srgbClr val="F26B43"/>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pictures and tex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2213382-11A1-48CE-B0A0-D8A7D26861FB}"/>
              </a:ext>
            </a:extLst>
          </p:cNvPr>
          <p:cNvSpPr>
            <a:spLocks noGrp="1"/>
          </p:cNvSpPr>
          <p:nvPr>
            <p:ph type="title"/>
          </p:nvPr>
        </p:nvSpPr>
        <p:spPr>
          <a:xfrm>
            <a:off x="4221360" y="426127"/>
            <a:ext cx="6865740" cy="972716"/>
          </a:xfrm>
        </p:spPr>
        <p:txBody>
          <a:bodyPr/>
          <a:lstStyle/>
          <a:p>
            <a:r>
              <a:rPr lang="da-DK"/>
              <a:t>Klik for at redigere titeltypografien i masteren</a:t>
            </a:r>
            <a:endParaRPr lang="en-GB" dirty="0"/>
          </a:p>
        </p:txBody>
      </p:sp>
      <p:sp>
        <p:nvSpPr>
          <p:cNvPr id="3" name="Content Placeholder 2"/>
          <p:cNvSpPr>
            <a:spLocks noGrp="1"/>
          </p:cNvSpPr>
          <p:nvPr>
            <p:ph idx="1"/>
          </p:nvPr>
        </p:nvSpPr>
        <p:spPr>
          <a:xfrm>
            <a:off x="4221360" y="1706328"/>
            <a:ext cx="6865740" cy="454557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0" name="Picture Placeholder 9">
            <a:extLst>
              <a:ext uri="{FF2B5EF4-FFF2-40B4-BE49-F238E27FC236}">
                <a16:creationId xmlns:a16="http://schemas.microsoft.com/office/drawing/2014/main" id="{565D29D0-EA4F-4318-8A82-6C2B200A712B}"/>
              </a:ext>
            </a:extLst>
          </p:cNvPr>
          <p:cNvSpPr>
            <a:spLocks noGrp="1"/>
          </p:cNvSpPr>
          <p:nvPr>
            <p:ph type="pic" sz="quarter" idx="13" hasCustomPrompt="1"/>
          </p:nvPr>
        </p:nvSpPr>
        <p:spPr>
          <a:xfrm>
            <a:off x="-1" y="1314523"/>
            <a:ext cx="3708000" cy="2455200"/>
          </a:xfrm>
        </p:spPr>
        <p:txBody>
          <a:bodyPr/>
          <a:lstStyle>
            <a:lvl1pPr marL="0" indent="0" algn="ctr">
              <a:buNone/>
              <a:defRPr sz="1200"/>
            </a:lvl1pPr>
          </a:lstStyle>
          <a:p>
            <a:r>
              <a:rPr lang="en-GB" dirty="0"/>
              <a:t>Click the placeholder and paste image via Skyfish icon</a:t>
            </a:r>
          </a:p>
        </p:txBody>
      </p:sp>
      <p:sp>
        <p:nvSpPr>
          <p:cNvPr id="12" name="Picture Placeholder 11">
            <a:extLst>
              <a:ext uri="{FF2B5EF4-FFF2-40B4-BE49-F238E27FC236}">
                <a16:creationId xmlns:a16="http://schemas.microsoft.com/office/drawing/2014/main" id="{25B8511D-E10E-40C3-82A6-3DCDC97CF6C2}"/>
              </a:ext>
            </a:extLst>
          </p:cNvPr>
          <p:cNvSpPr>
            <a:spLocks noGrp="1"/>
          </p:cNvSpPr>
          <p:nvPr>
            <p:ph type="pic" sz="quarter" idx="14" hasCustomPrompt="1"/>
          </p:nvPr>
        </p:nvSpPr>
        <p:spPr>
          <a:xfrm>
            <a:off x="-1" y="3968153"/>
            <a:ext cx="3708000" cy="2455200"/>
          </a:xfrm>
        </p:spPr>
        <p:txBody>
          <a:bodyPr/>
          <a:lstStyle>
            <a:lvl1pPr marL="0" indent="0" algn="ctr">
              <a:buNone/>
              <a:defRPr sz="1200"/>
            </a:lvl1pPr>
          </a:lstStyle>
          <a:p>
            <a:r>
              <a:rPr lang="en-GB" dirty="0"/>
              <a:t>Click the placeholder and paste image via Skyfish icon</a:t>
            </a:r>
          </a:p>
          <a:p>
            <a:endParaRPr lang="en-GB" dirty="0"/>
          </a:p>
        </p:txBody>
      </p:sp>
      <p:sp>
        <p:nvSpPr>
          <p:cNvPr id="2" name="Footer Placeholder 1">
            <a:extLst>
              <a:ext uri="{FF2B5EF4-FFF2-40B4-BE49-F238E27FC236}">
                <a16:creationId xmlns:a16="http://schemas.microsoft.com/office/drawing/2014/main" id="{AE26B732-1A52-4AA9-89FC-8FC5439E40DC}"/>
              </a:ext>
            </a:extLst>
          </p:cNvPr>
          <p:cNvSpPr>
            <a:spLocks noGrp="1"/>
          </p:cNvSpPr>
          <p:nvPr>
            <p:ph type="ftr" sz="quarter" idx="15"/>
          </p:nvPr>
        </p:nvSpPr>
        <p:spPr/>
        <p:txBody>
          <a:bodyPr/>
          <a:lstStyle/>
          <a:p>
            <a:r>
              <a:rPr lang="en-GB"/>
              <a:t>Title</a:t>
            </a:r>
            <a:endParaRPr lang="en-GB" dirty="0"/>
          </a:p>
        </p:txBody>
      </p:sp>
      <p:sp>
        <p:nvSpPr>
          <p:cNvPr id="6" name="Slide Number Placeholder 5">
            <a:extLst>
              <a:ext uri="{FF2B5EF4-FFF2-40B4-BE49-F238E27FC236}">
                <a16:creationId xmlns:a16="http://schemas.microsoft.com/office/drawing/2014/main" id="{3B25D0DC-E43F-43DA-AA0F-C0C54C8939F7}"/>
              </a:ext>
            </a:extLst>
          </p:cNvPr>
          <p:cNvSpPr>
            <a:spLocks noGrp="1"/>
          </p:cNvSpPr>
          <p:nvPr>
            <p:ph type="sldNum" sz="quarter" idx="16"/>
          </p:nvPr>
        </p:nvSpPr>
        <p:spPr/>
        <p:txBody>
          <a:bodyPr/>
          <a:lstStyle/>
          <a:p>
            <a:fld id="{103EA872-A674-449B-A120-B97244F8E91D}" type="slidenum">
              <a:rPr lang="en-GB" smtClean="0"/>
              <a:pPr/>
              <a:t>‹#›</a:t>
            </a:fld>
            <a:endParaRPr lang="en-GB" dirty="0"/>
          </a:p>
        </p:txBody>
      </p:sp>
      <p:sp>
        <p:nvSpPr>
          <p:cNvPr id="4" name="Date Placeholder 3">
            <a:extLst>
              <a:ext uri="{FF2B5EF4-FFF2-40B4-BE49-F238E27FC236}">
                <a16:creationId xmlns:a16="http://schemas.microsoft.com/office/drawing/2014/main" id="{31BAEEAF-FCEB-199C-0717-FEF6150710A2}"/>
              </a:ext>
            </a:extLst>
          </p:cNvPr>
          <p:cNvSpPr>
            <a:spLocks noGrp="1"/>
          </p:cNvSpPr>
          <p:nvPr>
            <p:ph type="dt" sz="half" idx="17"/>
          </p:nvPr>
        </p:nvSpPr>
        <p:spPr/>
        <p:txBody>
          <a:bodyPr/>
          <a:lstStyle/>
          <a:p>
            <a:r>
              <a:rPr lang="da-DK"/>
              <a:t>Date</a:t>
            </a:r>
            <a:endParaRPr lang="en-GB" dirty="0"/>
          </a:p>
        </p:txBody>
      </p:sp>
    </p:spTree>
    <p:extLst>
      <p:ext uri="{BB962C8B-B14F-4D97-AF65-F5344CB8AC3E}">
        <p14:creationId xmlns:p14="http://schemas.microsoft.com/office/powerpoint/2010/main" val="1283562364"/>
      </p:ext>
    </p:extLst>
  </p:cSld>
  <p:clrMapOvr>
    <a:masterClrMapping/>
  </p:clrMapOvr>
  <p:extLst>
    <p:ext uri="{DCECCB84-F9BA-43D5-87BE-67443E8EF086}">
      <p15:sldGuideLst xmlns:p15="http://schemas.microsoft.com/office/powerpoint/2012/main">
        <p15:guide id="1" pos="6984" userDrawn="1">
          <p15:clr>
            <a:srgbClr val="F26B43"/>
          </p15:clr>
        </p15:guide>
        <p15:guide id="2" pos="2660" userDrawn="1">
          <p15:clr>
            <a:srgbClr val="F26B43"/>
          </p15:clr>
        </p15:guide>
        <p15:guide id="3" pos="2335" userDrawn="1">
          <p15:clr>
            <a:srgbClr val="F26B43"/>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953C3-F3F7-4638-96F8-7CF20CB55E0C}"/>
              </a:ext>
            </a:extLst>
          </p:cNvPr>
          <p:cNvSpPr>
            <a:spLocks noGrp="1"/>
          </p:cNvSpPr>
          <p:nvPr>
            <p:ph type="title" hasCustomPrompt="1"/>
          </p:nvPr>
        </p:nvSpPr>
        <p:spPr>
          <a:xfrm>
            <a:off x="247650" y="980727"/>
            <a:ext cx="3740400" cy="418115"/>
          </a:xfrm>
        </p:spPr>
        <p:txBody>
          <a:bodyPr/>
          <a:lstStyle>
            <a:lvl1pPr>
              <a:defRPr sz="2400"/>
            </a:lvl1pPr>
          </a:lstStyle>
          <a:p>
            <a:r>
              <a:rPr lang="en-US" dirty="0"/>
              <a:t>Click to add title one line</a:t>
            </a:r>
            <a:endParaRPr lang="en-GB" dirty="0"/>
          </a:p>
        </p:txBody>
      </p:sp>
      <p:sp>
        <p:nvSpPr>
          <p:cNvPr id="15" name="Content Placeholder 2">
            <a:extLst>
              <a:ext uri="{FF2B5EF4-FFF2-40B4-BE49-F238E27FC236}">
                <a16:creationId xmlns:a16="http://schemas.microsoft.com/office/drawing/2014/main" id="{CC0DB591-4602-46B3-B1C3-1E64148AB9B7}"/>
              </a:ext>
            </a:extLst>
          </p:cNvPr>
          <p:cNvSpPr>
            <a:spLocks noGrp="1"/>
          </p:cNvSpPr>
          <p:nvPr>
            <p:ph idx="1"/>
          </p:nvPr>
        </p:nvSpPr>
        <p:spPr>
          <a:xfrm>
            <a:off x="247650" y="4407150"/>
            <a:ext cx="3740400" cy="184442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19" name="Text Placeholder 18">
            <a:extLst>
              <a:ext uri="{FF2B5EF4-FFF2-40B4-BE49-F238E27FC236}">
                <a16:creationId xmlns:a16="http://schemas.microsoft.com/office/drawing/2014/main" id="{68416079-1CFC-426F-A6ED-5AB355FC545F}"/>
              </a:ext>
            </a:extLst>
          </p:cNvPr>
          <p:cNvSpPr>
            <a:spLocks noGrp="1"/>
          </p:cNvSpPr>
          <p:nvPr>
            <p:ph type="body" sz="quarter" idx="21" hasCustomPrompt="1"/>
          </p:nvPr>
        </p:nvSpPr>
        <p:spPr>
          <a:xfrm>
            <a:off x="42227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US" dirty="0"/>
              <a:t>Click to add title one line</a:t>
            </a:r>
          </a:p>
        </p:txBody>
      </p:sp>
      <p:sp>
        <p:nvSpPr>
          <p:cNvPr id="21" name="Content Placeholder 20">
            <a:extLst>
              <a:ext uri="{FF2B5EF4-FFF2-40B4-BE49-F238E27FC236}">
                <a16:creationId xmlns:a16="http://schemas.microsoft.com/office/drawing/2014/main" id="{D358873C-68BF-4E89-B536-B3248F2B25FE}"/>
              </a:ext>
            </a:extLst>
          </p:cNvPr>
          <p:cNvSpPr>
            <a:spLocks noGrp="1"/>
          </p:cNvSpPr>
          <p:nvPr>
            <p:ph sz="quarter" idx="22"/>
          </p:nvPr>
        </p:nvSpPr>
        <p:spPr>
          <a:xfrm>
            <a:off x="4222750" y="4406899"/>
            <a:ext cx="3740401"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23" name="Text Placeholder 22">
            <a:extLst>
              <a:ext uri="{FF2B5EF4-FFF2-40B4-BE49-F238E27FC236}">
                <a16:creationId xmlns:a16="http://schemas.microsoft.com/office/drawing/2014/main" id="{69A0E900-1FE2-4CC1-B435-93F3A1189356}"/>
              </a:ext>
            </a:extLst>
          </p:cNvPr>
          <p:cNvSpPr>
            <a:spLocks noGrp="1"/>
          </p:cNvSpPr>
          <p:nvPr>
            <p:ph type="body" sz="quarter" idx="23" hasCustomPrompt="1"/>
          </p:nvPr>
        </p:nvSpPr>
        <p:spPr>
          <a:xfrm>
            <a:off x="8197850" y="979200"/>
            <a:ext cx="3740400" cy="417767"/>
          </a:xfrm>
        </p:spPr>
        <p:txBody>
          <a:bodyPr anchor="b" anchorCtr="0"/>
          <a:lstStyle>
            <a:lvl1pPr marL="0" indent="0">
              <a:buNone/>
              <a:defRPr sz="2400" b="1"/>
            </a:lvl1pPr>
            <a:lvl2pPr marL="0" indent="0">
              <a:buNone/>
              <a:defRPr sz="2400" b="1"/>
            </a:lvl2pPr>
            <a:lvl3pPr marL="0" indent="0">
              <a:buNone/>
              <a:defRPr sz="2400" b="1"/>
            </a:lvl3pPr>
            <a:lvl4pPr marL="0" indent="0">
              <a:buNone/>
              <a:defRPr sz="2400" b="1"/>
            </a:lvl4pPr>
            <a:lvl5pPr marL="0" indent="0">
              <a:buNone/>
              <a:defRPr sz="2400" b="1"/>
            </a:lvl5pPr>
          </a:lstStyle>
          <a:p>
            <a:pPr lvl="0"/>
            <a:r>
              <a:rPr lang="en-US" dirty="0"/>
              <a:t>Click to add title one line</a:t>
            </a:r>
          </a:p>
        </p:txBody>
      </p:sp>
      <p:sp>
        <p:nvSpPr>
          <p:cNvPr id="25" name="Content Placeholder 24">
            <a:extLst>
              <a:ext uri="{FF2B5EF4-FFF2-40B4-BE49-F238E27FC236}">
                <a16:creationId xmlns:a16="http://schemas.microsoft.com/office/drawing/2014/main" id="{E094886A-F110-4851-B1DA-8DFC40D509F8}"/>
              </a:ext>
            </a:extLst>
          </p:cNvPr>
          <p:cNvSpPr>
            <a:spLocks noGrp="1"/>
          </p:cNvSpPr>
          <p:nvPr>
            <p:ph sz="quarter" idx="24"/>
          </p:nvPr>
        </p:nvSpPr>
        <p:spPr>
          <a:xfrm>
            <a:off x="8197850" y="4406899"/>
            <a:ext cx="3740400" cy="1844675"/>
          </a:xfrm>
        </p:spPr>
        <p:txBody>
          <a:bodyPr/>
          <a:lstStyle>
            <a:lvl1pPr>
              <a:defRPr sz="1200"/>
            </a:lvl1pPr>
            <a:lvl2pPr>
              <a:defRPr sz="1200"/>
            </a:lvl2pPr>
            <a:lvl3pPr>
              <a:defRPr sz="1200"/>
            </a:lvl3pPr>
            <a:lvl4pPr>
              <a:defRPr sz="1200"/>
            </a:lvl4pPr>
            <a:lvl5pPr>
              <a:defRPr sz="1200"/>
            </a:lvl5pPr>
            <a:lvl6pPr>
              <a:defRPr sz="1200"/>
            </a:lvl6pPr>
            <a:lvl7pPr>
              <a:defRPr sz="1200"/>
            </a:lvl7pPr>
            <a:lvl8pPr>
              <a:defRPr sz="1200"/>
            </a:lvl8pPr>
            <a:lvl9pPr>
              <a:defRPr sz="12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dirty="0"/>
          </a:p>
        </p:txBody>
      </p:sp>
      <p:sp>
        <p:nvSpPr>
          <p:cNvPr id="9" name="Picture Placeholder 8">
            <a:extLst>
              <a:ext uri="{FF2B5EF4-FFF2-40B4-BE49-F238E27FC236}">
                <a16:creationId xmlns:a16="http://schemas.microsoft.com/office/drawing/2014/main" id="{91B02311-54A6-4455-B615-BBCA0DA742E4}"/>
              </a:ext>
            </a:extLst>
          </p:cNvPr>
          <p:cNvSpPr>
            <a:spLocks noGrp="1"/>
          </p:cNvSpPr>
          <p:nvPr>
            <p:ph type="pic" sz="quarter" idx="18" hasCustomPrompt="1"/>
          </p:nvPr>
        </p:nvSpPr>
        <p:spPr>
          <a:xfrm>
            <a:off x="247650" y="1546282"/>
            <a:ext cx="3740400" cy="2664000"/>
          </a:xfrm>
        </p:spPr>
        <p:txBody>
          <a:bodyPr/>
          <a:lstStyle>
            <a:lvl1pPr marL="0" indent="0" algn="ctr">
              <a:buNone/>
              <a:defRPr sz="1200"/>
            </a:lvl1pPr>
          </a:lstStyle>
          <a:p>
            <a:r>
              <a:rPr lang="en-GB" dirty="0"/>
              <a:t>Click the placeholder and paste image via Skyfish icon</a:t>
            </a:r>
          </a:p>
        </p:txBody>
      </p:sp>
      <p:sp>
        <p:nvSpPr>
          <p:cNvPr id="13" name="Picture Placeholder 8">
            <a:extLst>
              <a:ext uri="{FF2B5EF4-FFF2-40B4-BE49-F238E27FC236}">
                <a16:creationId xmlns:a16="http://schemas.microsoft.com/office/drawing/2014/main" id="{710A5827-3485-49A0-81F0-FF89EE34B804}"/>
              </a:ext>
            </a:extLst>
          </p:cNvPr>
          <p:cNvSpPr>
            <a:spLocks noGrp="1"/>
          </p:cNvSpPr>
          <p:nvPr>
            <p:ph type="pic" sz="quarter" idx="19" hasCustomPrompt="1"/>
          </p:nvPr>
        </p:nvSpPr>
        <p:spPr>
          <a:xfrm>
            <a:off x="4223149" y="1548581"/>
            <a:ext cx="3740400" cy="2664000"/>
          </a:xfrm>
        </p:spPr>
        <p:txBody>
          <a:bodyPr/>
          <a:lstStyle>
            <a:lvl1pPr marL="0" indent="0" algn="ctr">
              <a:buNone/>
              <a:defRPr sz="1200"/>
            </a:lvl1pPr>
          </a:lstStyle>
          <a:p>
            <a:r>
              <a:rPr lang="en-GB" dirty="0"/>
              <a:t>Click the placeholder and paste image via Skyfish icon</a:t>
            </a:r>
          </a:p>
        </p:txBody>
      </p:sp>
      <p:sp>
        <p:nvSpPr>
          <p:cNvPr id="14" name="Picture Placeholder 8">
            <a:extLst>
              <a:ext uri="{FF2B5EF4-FFF2-40B4-BE49-F238E27FC236}">
                <a16:creationId xmlns:a16="http://schemas.microsoft.com/office/drawing/2014/main" id="{E27B0558-FCB8-4A55-9BA9-182DFF0387F4}"/>
              </a:ext>
            </a:extLst>
          </p:cNvPr>
          <p:cNvSpPr>
            <a:spLocks noGrp="1"/>
          </p:cNvSpPr>
          <p:nvPr>
            <p:ph type="pic" sz="quarter" idx="20" hasCustomPrompt="1"/>
          </p:nvPr>
        </p:nvSpPr>
        <p:spPr>
          <a:xfrm>
            <a:off x="8198648" y="1546282"/>
            <a:ext cx="3740400" cy="2664000"/>
          </a:xfrm>
        </p:spPr>
        <p:txBody>
          <a:bodyPr/>
          <a:lstStyle>
            <a:lvl1pPr marL="0" indent="0" algn="ctr">
              <a:buNone/>
              <a:defRPr sz="1200"/>
            </a:lvl1pPr>
          </a:lstStyle>
          <a:p>
            <a:r>
              <a:rPr lang="en-GB" dirty="0"/>
              <a:t>Click the placeholder and paste image via Skyfish icon</a:t>
            </a:r>
          </a:p>
        </p:txBody>
      </p:sp>
      <p:sp>
        <p:nvSpPr>
          <p:cNvPr id="3" name="Footer Placeholder 2">
            <a:extLst>
              <a:ext uri="{FF2B5EF4-FFF2-40B4-BE49-F238E27FC236}">
                <a16:creationId xmlns:a16="http://schemas.microsoft.com/office/drawing/2014/main" id="{71346B4F-F02C-40EC-9B70-932B18214C6A}"/>
              </a:ext>
            </a:extLst>
          </p:cNvPr>
          <p:cNvSpPr>
            <a:spLocks noGrp="1"/>
          </p:cNvSpPr>
          <p:nvPr>
            <p:ph type="ftr" sz="quarter" idx="16"/>
          </p:nvPr>
        </p:nvSpPr>
        <p:spPr/>
        <p:txBody>
          <a:bodyPr/>
          <a:lstStyle/>
          <a:p>
            <a:r>
              <a:rPr lang="en-GB"/>
              <a:t>Title</a:t>
            </a:r>
            <a:endParaRPr lang="en-GB" dirty="0"/>
          </a:p>
        </p:txBody>
      </p:sp>
      <p:sp>
        <p:nvSpPr>
          <p:cNvPr id="4" name="Slide Number Placeholder 3">
            <a:extLst>
              <a:ext uri="{FF2B5EF4-FFF2-40B4-BE49-F238E27FC236}">
                <a16:creationId xmlns:a16="http://schemas.microsoft.com/office/drawing/2014/main" id="{FE67EB69-BB5A-407E-BF0A-1CB9B24506D8}"/>
              </a:ext>
            </a:extLst>
          </p:cNvPr>
          <p:cNvSpPr>
            <a:spLocks noGrp="1"/>
          </p:cNvSpPr>
          <p:nvPr>
            <p:ph type="sldNum" sz="quarter" idx="17"/>
          </p:nvPr>
        </p:nvSpPr>
        <p:spPr/>
        <p:txBody>
          <a:bodyPr/>
          <a:lstStyle>
            <a:lvl1pPr>
              <a:defRPr>
                <a:solidFill>
                  <a:schemeClr val="bg1"/>
                </a:solidFill>
              </a:defRPr>
            </a:lvl1pPr>
          </a:lstStyle>
          <a:p>
            <a:fld id="{103EA872-A674-449B-A120-B97244F8E91D}" type="slidenum">
              <a:rPr lang="en-GB" smtClean="0"/>
              <a:pPr/>
              <a:t>‹#›</a:t>
            </a:fld>
            <a:endParaRPr lang="en-GB" dirty="0"/>
          </a:p>
        </p:txBody>
      </p:sp>
      <p:sp>
        <p:nvSpPr>
          <p:cNvPr id="5" name="Date Placeholder 4">
            <a:extLst>
              <a:ext uri="{FF2B5EF4-FFF2-40B4-BE49-F238E27FC236}">
                <a16:creationId xmlns:a16="http://schemas.microsoft.com/office/drawing/2014/main" id="{59AD88DD-5B30-3D5A-E7F4-7747CDBAC693}"/>
              </a:ext>
            </a:extLst>
          </p:cNvPr>
          <p:cNvSpPr>
            <a:spLocks noGrp="1"/>
          </p:cNvSpPr>
          <p:nvPr>
            <p:ph type="dt" sz="half" idx="25"/>
          </p:nvPr>
        </p:nvSpPr>
        <p:spPr/>
        <p:txBody>
          <a:bodyPr/>
          <a:lstStyle/>
          <a:p>
            <a:r>
              <a:rPr lang="da-DK"/>
              <a:t>Date</a:t>
            </a:r>
            <a:endParaRPr lang="en-GB" dirty="0"/>
          </a:p>
        </p:txBody>
      </p:sp>
    </p:spTree>
    <p:extLst>
      <p:ext uri="{BB962C8B-B14F-4D97-AF65-F5344CB8AC3E}">
        <p14:creationId xmlns:p14="http://schemas.microsoft.com/office/powerpoint/2010/main" val="18863740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56">
          <p15:clr>
            <a:srgbClr val="F26B43"/>
          </p15:clr>
        </p15:guide>
        <p15:guide id="2" pos="7522" userDrawn="1">
          <p15:clr>
            <a:srgbClr val="F26B43"/>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7DEAA-3B7B-49C7-8C28-3F21F36A93D7}"/>
              </a:ext>
            </a:extLst>
          </p:cNvPr>
          <p:cNvSpPr>
            <a:spLocks noGrp="1"/>
          </p:cNvSpPr>
          <p:nvPr>
            <p:ph type="title"/>
          </p:nvPr>
        </p:nvSpPr>
        <p:spPr/>
        <p:txBody>
          <a:bodyPr/>
          <a:lstStyle/>
          <a:p>
            <a:r>
              <a:rPr lang="da-DK"/>
              <a:t>Klik for at redigere titeltypografien i masteren</a:t>
            </a:r>
            <a:endParaRPr lang="en-GB" dirty="0"/>
          </a:p>
        </p:txBody>
      </p:sp>
      <p:sp>
        <p:nvSpPr>
          <p:cNvPr id="2" name="Footer Placeholder 1">
            <a:extLst>
              <a:ext uri="{FF2B5EF4-FFF2-40B4-BE49-F238E27FC236}">
                <a16:creationId xmlns:a16="http://schemas.microsoft.com/office/drawing/2014/main" id="{51F74546-9D06-4CF7-806D-E04B043BF5A5}"/>
              </a:ext>
            </a:extLst>
          </p:cNvPr>
          <p:cNvSpPr>
            <a:spLocks noGrp="1"/>
          </p:cNvSpPr>
          <p:nvPr>
            <p:ph type="ftr" sz="quarter" idx="10"/>
          </p:nvPr>
        </p:nvSpPr>
        <p:spPr/>
        <p:txBody>
          <a:bodyPr/>
          <a:lstStyle/>
          <a:p>
            <a:r>
              <a:rPr lang="en-GB"/>
              <a:t>Title</a:t>
            </a:r>
            <a:endParaRPr lang="en-GB" dirty="0"/>
          </a:p>
        </p:txBody>
      </p:sp>
      <p:sp>
        <p:nvSpPr>
          <p:cNvPr id="6" name="Slide Number Placeholder 5">
            <a:extLst>
              <a:ext uri="{FF2B5EF4-FFF2-40B4-BE49-F238E27FC236}">
                <a16:creationId xmlns:a16="http://schemas.microsoft.com/office/drawing/2014/main" id="{42F53AB3-8AAF-469F-AD3F-AE5E1A39D7C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3" name="Date Placeholder 2">
            <a:extLst>
              <a:ext uri="{FF2B5EF4-FFF2-40B4-BE49-F238E27FC236}">
                <a16:creationId xmlns:a16="http://schemas.microsoft.com/office/drawing/2014/main" id="{775A6BE9-F41E-A57E-0BF2-0A6E1F1952A4}"/>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120845512"/>
      </p:ext>
    </p:extLst>
  </p:cSld>
  <p:clrMapOvr>
    <a:masterClrMapping/>
  </p:clrMapOvr>
  <p:extLst>
    <p:ext uri="{DCECCB84-F9BA-43D5-87BE-67443E8EF086}">
      <p15:sldGuideLst xmlns:p15="http://schemas.microsoft.com/office/powerpoint/2012/main">
        <p15:guide id="1" pos="1117" userDrawn="1">
          <p15:clr>
            <a:srgbClr val="F26B43"/>
          </p15:clr>
        </p15:guide>
        <p15:guide id="2" pos="6984" userDrawn="1">
          <p15:clr>
            <a:srgbClr val="F26B43"/>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ogo og footers">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AE75ABF-082F-4A38-B952-09157E37A81A}"/>
              </a:ext>
            </a:extLst>
          </p:cNvPr>
          <p:cNvSpPr>
            <a:spLocks noGrp="1"/>
          </p:cNvSpPr>
          <p:nvPr>
            <p:ph type="ftr" sz="quarter" idx="10"/>
          </p:nvPr>
        </p:nvSpPr>
        <p:spPr/>
        <p:txBody>
          <a:bodyPr/>
          <a:lstStyle/>
          <a:p>
            <a:r>
              <a:rPr lang="en-GB"/>
              <a:t>Title</a:t>
            </a:r>
            <a:endParaRPr lang="en-GB" dirty="0"/>
          </a:p>
        </p:txBody>
      </p:sp>
      <p:sp>
        <p:nvSpPr>
          <p:cNvPr id="5" name="Slide Number Placeholder 4">
            <a:extLst>
              <a:ext uri="{FF2B5EF4-FFF2-40B4-BE49-F238E27FC236}">
                <a16:creationId xmlns:a16="http://schemas.microsoft.com/office/drawing/2014/main" id="{D0A39F3A-7714-4FD6-9132-D60FFA220D98}"/>
              </a:ext>
            </a:extLst>
          </p:cNvPr>
          <p:cNvSpPr>
            <a:spLocks noGrp="1"/>
          </p:cNvSpPr>
          <p:nvPr>
            <p:ph type="sldNum" sz="quarter" idx="11"/>
          </p:nvPr>
        </p:nvSpPr>
        <p:spPr/>
        <p:txBody>
          <a:bodyPr/>
          <a:lstStyle/>
          <a:p>
            <a:fld id="{103EA872-A674-449B-A120-B97244F8E91D}" type="slidenum">
              <a:rPr lang="en-GB" smtClean="0"/>
              <a:pPr/>
              <a:t>‹#›</a:t>
            </a:fld>
            <a:endParaRPr lang="en-GB" dirty="0"/>
          </a:p>
        </p:txBody>
      </p:sp>
      <p:sp>
        <p:nvSpPr>
          <p:cNvPr id="2" name="Date Placeholder 1">
            <a:extLst>
              <a:ext uri="{FF2B5EF4-FFF2-40B4-BE49-F238E27FC236}">
                <a16:creationId xmlns:a16="http://schemas.microsoft.com/office/drawing/2014/main" id="{4A4FFBD5-0449-5A5E-DE23-2C203FBBEF98}"/>
              </a:ext>
            </a:extLst>
          </p:cNvPr>
          <p:cNvSpPr>
            <a:spLocks noGrp="1"/>
          </p:cNvSpPr>
          <p:nvPr>
            <p:ph type="dt" sz="half" idx="12"/>
          </p:nvPr>
        </p:nvSpPr>
        <p:spPr/>
        <p:txBody>
          <a:bodyPr/>
          <a:lstStyle/>
          <a:p>
            <a:r>
              <a:rPr lang="da-DK"/>
              <a:t>Date</a:t>
            </a:r>
            <a:endParaRPr lang="en-GB" dirty="0"/>
          </a:p>
        </p:txBody>
      </p:sp>
    </p:spTree>
    <p:extLst>
      <p:ext uri="{BB962C8B-B14F-4D97-AF65-F5344CB8AC3E}">
        <p14:creationId xmlns:p14="http://schemas.microsoft.com/office/powerpoint/2010/main" val="2669264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Front/Pause A ">
    <p:spTree>
      <p:nvGrpSpPr>
        <p:cNvPr id="1" name=""/>
        <p:cNvGrpSpPr/>
        <p:nvPr/>
      </p:nvGrpSpPr>
      <p:grpSpPr>
        <a:xfrm>
          <a:off x="0" y="0"/>
          <a:ext cx="0" cy="0"/>
          <a:chOff x="0" y="0"/>
          <a:chExt cx="0" cy="0"/>
        </a:xfrm>
      </p:grpSpPr>
      <p:sp>
        <p:nvSpPr>
          <p:cNvPr id="9" name="Background">
            <a:extLst>
              <a:ext uri="{FF2B5EF4-FFF2-40B4-BE49-F238E27FC236}">
                <a16:creationId xmlns:a16="http://schemas.microsoft.com/office/drawing/2014/main" id="{AF9D3C51-A276-4E1F-B6B6-FD6A4E17EE28}"/>
              </a:ext>
            </a:extLst>
          </p:cNvPr>
          <p:cNvSpPr/>
          <p:nvPr userDrawn="1"/>
        </p:nvSpPr>
        <p:spPr bwMode="auto">
          <a:xfrm>
            <a:off x="0" y="0"/>
            <a:ext cx="12193200" cy="6861600"/>
          </a:xfrm>
          <a:prstGeom prst="rect">
            <a:avLst/>
          </a:prstGeom>
          <a:solidFill>
            <a:srgbClr val="FC7634"/>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4" name="Date Placeholder 2">
            <a:extLst>
              <a:ext uri="{FF2B5EF4-FFF2-40B4-BE49-F238E27FC236}">
                <a16:creationId xmlns:a16="http://schemas.microsoft.com/office/drawing/2014/main" id="{C9776080-6230-4AB8-AB28-4D6744DD01F9}"/>
              </a:ext>
            </a:extLst>
          </p:cNvPr>
          <p:cNvSpPr>
            <a:spLocks noGrp="1"/>
          </p:cNvSpPr>
          <p:nvPr>
            <p:ph type="dt" sz="half" idx="10"/>
          </p:nvPr>
        </p:nvSpPr>
        <p:spPr>
          <a:xfrm>
            <a:off x="0" y="6912000"/>
            <a:ext cx="0" cy="0"/>
          </a:xfrm>
          <a:prstGeom prst="rect">
            <a:avLst/>
          </a:prstGeom>
        </p:spPr>
        <p:txBody>
          <a:bodyPr/>
          <a:lstStyle>
            <a:lvl1pPr>
              <a:defRPr>
                <a:noFill/>
              </a:defRPr>
            </a:lvl1pPr>
          </a:lstStyle>
          <a:p>
            <a:r>
              <a:rPr lang="da-DK"/>
              <a:t>Date</a:t>
            </a:r>
            <a:endParaRPr lang="en-GB" dirty="0"/>
          </a:p>
        </p:txBody>
      </p:sp>
      <p:sp>
        <p:nvSpPr>
          <p:cNvPr id="5" name="Footer Placeholder 3">
            <a:extLst>
              <a:ext uri="{FF2B5EF4-FFF2-40B4-BE49-F238E27FC236}">
                <a16:creationId xmlns:a16="http://schemas.microsoft.com/office/drawing/2014/main" id="{2B7FFAE6-D148-4A15-9DFC-7D71B82020C9}"/>
              </a:ext>
            </a:extLst>
          </p:cNvPr>
          <p:cNvSpPr>
            <a:spLocks noGrp="1"/>
          </p:cNvSpPr>
          <p:nvPr>
            <p:ph type="ftr" sz="quarter" idx="11"/>
          </p:nvPr>
        </p:nvSpPr>
        <p:spPr>
          <a:xfrm>
            <a:off x="0" y="6912000"/>
            <a:ext cx="0" cy="0"/>
          </a:xfrm>
        </p:spPr>
        <p:txBody>
          <a:bodyPr/>
          <a:lstStyle>
            <a:lvl1pPr>
              <a:defRPr>
                <a:noFill/>
              </a:defRPr>
            </a:lvl1pPr>
          </a:lstStyle>
          <a:p>
            <a:r>
              <a:rPr lang="en-GB"/>
              <a:t>Title</a:t>
            </a:r>
            <a:endParaRPr lang="en-GB" dirty="0"/>
          </a:p>
        </p:txBody>
      </p:sp>
      <p:sp>
        <p:nvSpPr>
          <p:cNvPr id="6" name="Slide Number Placeholder 4">
            <a:extLst>
              <a:ext uri="{FF2B5EF4-FFF2-40B4-BE49-F238E27FC236}">
                <a16:creationId xmlns:a16="http://schemas.microsoft.com/office/drawing/2014/main" id="{3125B57E-AFC7-4517-B327-461DB01D2867}"/>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0" name="Logo color">
            <a:extLst>
              <a:ext uri="{FF2B5EF4-FFF2-40B4-BE49-F238E27FC236}">
                <a16:creationId xmlns:a16="http://schemas.microsoft.com/office/drawing/2014/main" id="{B0EE486B-843B-49D6-90AE-5093AB56E30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FFFFF"/>
          </a:solidFill>
          <a:ln>
            <a:noFill/>
          </a:ln>
        </p:spPr>
        <p:txBody>
          <a:bodyPr vert="horz" wrap="square" lIns="91440" tIns="45720" rIns="91440" bIns="45720" numCol="1" anchor="t" anchorCtr="0" compatLnSpc="1">
            <a:prstTxWarp prst="textNoShape">
              <a:avLst/>
            </a:prstTxWarp>
            <a:noAutofit/>
          </a:bodyPr>
          <a:lstStyle/>
          <a:p>
            <a:endParaRPr lang="en-GB"/>
          </a:p>
        </p:txBody>
      </p:sp>
    </p:spTree>
    <p:extLst>
      <p:ext uri="{BB962C8B-B14F-4D97-AF65-F5344CB8AC3E}">
        <p14:creationId xmlns:p14="http://schemas.microsoft.com/office/powerpoint/2010/main" val="2321786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ront/Pause B">
    <p:bg>
      <p:bgRef idx="1001">
        <a:schemeClr val="bg1"/>
      </p:bgRef>
    </p:bg>
    <p:spTree>
      <p:nvGrpSpPr>
        <p:cNvPr id="1" name=""/>
        <p:cNvGrpSpPr/>
        <p:nvPr/>
      </p:nvGrpSpPr>
      <p:grpSpPr>
        <a:xfrm>
          <a:off x="0" y="0"/>
          <a:ext cx="0" cy="0"/>
          <a:chOff x="0" y="0"/>
          <a:chExt cx="0" cy="0"/>
        </a:xfrm>
      </p:grpSpPr>
      <p:sp>
        <p:nvSpPr>
          <p:cNvPr id="10" name="Background">
            <a:extLst>
              <a:ext uri="{FF2B5EF4-FFF2-40B4-BE49-F238E27FC236}">
                <a16:creationId xmlns:a16="http://schemas.microsoft.com/office/drawing/2014/main" id="{A3420087-96DF-432F-B192-585D42BF6A4E}"/>
              </a:ext>
            </a:extLst>
          </p:cNvPr>
          <p:cNvSpPr/>
          <p:nvPr userDrawn="1"/>
        </p:nvSpPr>
        <p:spPr bwMode="auto">
          <a:xfrm>
            <a:off x="0" y="0"/>
            <a:ext cx="12193200" cy="6861600"/>
          </a:xfrm>
          <a:prstGeom prst="rect">
            <a:avLst/>
          </a:prstGeom>
          <a:solidFill>
            <a:schemeClr val="bg1"/>
          </a:solidFill>
          <a:ln w="9525"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GB" sz="1600" b="0" i="0" u="none" strike="noStrike" cap="none" normalizeH="0" baseline="0" dirty="0">
              <a:ln>
                <a:noFill/>
              </a:ln>
              <a:solidFill>
                <a:schemeClr val="tx1"/>
              </a:solidFill>
              <a:effectLst/>
              <a:latin typeface="Arial" panose="020B0604020202020204" pitchFamily="34" charset="0"/>
              <a:ea typeface="ＭＳ Ｐゴシック" pitchFamily="-80" charset="-128"/>
            </a:endParaRPr>
          </a:p>
        </p:txBody>
      </p:sp>
      <p:sp>
        <p:nvSpPr>
          <p:cNvPr id="13" name="Logo color">
            <a:extLst>
              <a:ext uri="{FF2B5EF4-FFF2-40B4-BE49-F238E27FC236}">
                <a16:creationId xmlns:a16="http://schemas.microsoft.com/office/drawing/2014/main" id="{09BBEE10-6A59-474F-B766-7643F97F869F}"/>
              </a:ext>
            </a:extLst>
          </p:cNvPr>
          <p:cNvSpPr>
            <a:spLocks noChangeAspect="1"/>
          </p:cNvSpPr>
          <p:nvPr userDrawn="1">
            <p:custDataLst>
              <p:tags r:id="rId1"/>
            </p:custDataLst>
          </p:nvPr>
        </p:nvSpPr>
        <p:spPr bwMode="auto">
          <a:xfrm>
            <a:off x="4870539" y="1651373"/>
            <a:ext cx="2388323" cy="3483354"/>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C7634"/>
          </a:solidFill>
          <a:ln>
            <a:noFill/>
          </a:ln>
        </p:spPr>
        <p:txBody>
          <a:bodyPr vert="horz" wrap="square" lIns="91440" tIns="45720" rIns="91440" bIns="45720" numCol="1" anchor="t" anchorCtr="0" compatLnSpc="1">
            <a:prstTxWarp prst="textNoShape">
              <a:avLst/>
            </a:prstTxWarp>
            <a:noAutofit/>
          </a:bodyPr>
          <a:lstStyle/>
          <a:p>
            <a:endParaRPr lang="en-GB"/>
          </a:p>
        </p:txBody>
      </p:sp>
      <p:sp>
        <p:nvSpPr>
          <p:cNvPr id="6" name="Date Placeholder 2">
            <a:extLst>
              <a:ext uri="{FF2B5EF4-FFF2-40B4-BE49-F238E27FC236}">
                <a16:creationId xmlns:a16="http://schemas.microsoft.com/office/drawing/2014/main" id="{AF062B26-8169-4B93-8FD8-CFDB0855A961}"/>
              </a:ext>
            </a:extLst>
          </p:cNvPr>
          <p:cNvSpPr>
            <a:spLocks noGrp="1"/>
          </p:cNvSpPr>
          <p:nvPr>
            <p:ph type="dt" sz="half" idx="10"/>
          </p:nvPr>
        </p:nvSpPr>
        <p:spPr>
          <a:xfrm>
            <a:off x="0" y="6912000"/>
            <a:ext cx="0" cy="0"/>
          </a:xfrm>
          <a:prstGeom prst="rect">
            <a:avLst/>
          </a:prstGeom>
        </p:spPr>
        <p:txBody>
          <a:bodyPr/>
          <a:lstStyle>
            <a:lvl1pPr>
              <a:defRPr>
                <a:noFill/>
              </a:defRPr>
            </a:lvl1pPr>
          </a:lstStyle>
          <a:p>
            <a:r>
              <a:rPr lang="da-DK"/>
              <a:t>Date</a:t>
            </a:r>
            <a:endParaRPr lang="en-GB" dirty="0"/>
          </a:p>
        </p:txBody>
      </p:sp>
      <p:sp>
        <p:nvSpPr>
          <p:cNvPr id="7" name="Footer Placeholder 3">
            <a:extLst>
              <a:ext uri="{FF2B5EF4-FFF2-40B4-BE49-F238E27FC236}">
                <a16:creationId xmlns:a16="http://schemas.microsoft.com/office/drawing/2014/main" id="{CA59923C-6F09-424E-AF1E-AC62326A9B2B}"/>
              </a:ext>
            </a:extLst>
          </p:cNvPr>
          <p:cNvSpPr>
            <a:spLocks noGrp="1"/>
          </p:cNvSpPr>
          <p:nvPr>
            <p:ph type="ftr" sz="quarter" idx="11"/>
          </p:nvPr>
        </p:nvSpPr>
        <p:spPr>
          <a:xfrm>
            <a:off x="0" y="6912000"/>
            <a:ext cx="0" cy="0"/>
          </a:xfrm>
        </p:spPr>
        <p:txBody>
          <a:bodyPr/>
          <a:lstStyle>
            <a:lvl1pPr>
              <a:defRPr>
                <a:noFill/>
              </a:defRPr>
            </a:lvl1pPr>
          </a:lstStyle>
          <a:p>
            <a:r>
              <a:rPr lang="en-GB"/>
              <a:t>Title</a:t>
            </a:r>
            <a:endParaRPr lang="en-GB" dirty="0"/>
          </a:p>
        </p:txBody>
      </p:sp>
      <p:sp>
        <p:nvSpPr>
          <p:cNvPr id="9" name="Slide Number Placeholder 4">
            <a:extLst>
              <a:ext uri="{FF2B5EF4-FFF2-40B4-BE49-F238E27FC236}">
                <a16:creationId xmlns:a16="http://schemas.microsoft.com/office/drawing/2014/main" id="{4C299FA2-BF46-4410-B2CD-E3C80B7A9893}"/>
              </a:ext>
            </a:extLst>
          </p:cNvPr>
          <p:cNvSpPr>
            <a:spLocks noGrp="1"/>
          </p:cNvSpPr>
          <p:nvPr>
            <p:ph type="sldNum" sz="quarter" idx="12"/>
          </p:nvPr>
        </p:nvSpPr>
        <p:spPr>
          <a:xfrm flipV="1">
            <a:off x="0" y="6912000"/>
            <a:ext cx="0" cy="0"/>
          </a:xfrm>
        </p:spPr>
        <p:txBody>
          <a:bodyPr/>
          <a:lstStyle>
            <a:lvl1pPr>
              <a:defRPr>
                <a:noFill/>
              </a:defRPr>
            </a:lvl1pPr>
          </a:lstStyle>
          <a:p>
            <a:fld id="{24C8C45C-947F-4981-8B3F-4F32E973C901}" type="slidenum">
              <a:rPr lang="en-GB" smtClean="0"/>
              <a:pPr/>
              <a:t>‹#›</a:t>
            </a:fld>
            <a:endParaRPr lang="en-GB" dirty="0"/>
          </a:p>
        </p:txBody>
      </p:sp>
      <p:sp>
        <p:nvSpPr>
          <p:cNvPr id="11" name="Bottom bar">
            <a:extLst>
              <a:ext uri="{FF2B5EF4-FFF2-40B4-BE49-F238E27FC236}">
                <a16:creationId xmlns:a16="http://schemas.microsoft.com/office/drawing/2014/main" id="{495865CE-5BE9-4122-8AB8-48E534DD88F7}"/>
              </a:ext>
            </a:extLst>
          </p:cNvPr>
          <p:cNvSpPr/>
          <p:nvPr userDrawn="1"/>
        </p:nvSpPr>
        <p:spPr bwMode="auto">
          <a:xfrm>
            <a:off x="0" y="6541200"/>
            <a:ext cx="12193200" cy="3168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12" name="Top bar">
            <a:extLst>
              <a:ext uri="{FF2B5EF4-FFF2-40B4-BE49-F238E27FC236}">
                <a16:creationId xmlns:a16="http://schemas.microsoft.com/office/drawing/2014/main" id="{0D436479-94F3-475C-8F8D-D3CDC81793FD}"/>
              </a:ext>
            </a:extLst>
          </p:cNvPr>
          <p:cNvSpPr/>
          <p:nvPr userDrawn="1"/>
        </p:nvSpPr>
        <p:spPr bwMode="auto">
          <a:xfrm>
            <a:off x="0" y="0"/>
            <a:ext cx="12193200" cy="504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Tree>
    <p:extLst>
      <p:ext uri="{BB962C8B-B14F-4D97-AF65-F5344CB8AC3E}">
        <p14:creationId xmlns:p14="http://schemas.microsoft.com/office/powerpoint/2010/main" val="34963761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Logo color">
            <a:extLst>
              <a:ext uri="{FF2B5EF4-FFF2-40B4-BE49-F238E27FC236}">
                <a16:creationId xmlns:a16="http://schemas.microsoft.com/office/drawing/2014/main" id="{ADC92552-7939-46C1-AAFE-B97F51EBFFE9}"/>
              </a:ext>
            </a:extLst>
          </p:cNvPr>
          <p:cNvSpPr>
            <a:spLocks noChangeAspect="1"/>
          </p:cNvSpPr>
          <p:nvPr userDrawn="1">
            <p:custDataLst>
              <p:tags r:id="rId13"/>
            </p:custDataLst>
          </p:nvPr>
        </p:nvSpPr>
        <p:spPr bwMode="auto">
          <a:xfrm>
            <a:off x="252000" y="252000"/>
            <a:ext cx="419611" cy="612000"/>
          </a:xfrm>
          <a:custGeom>
            <a:avLst/>
            <a:gdLst>
              <a:gd name="connsiteX0" fmla="*/ 1050029 w 4933949"/>
              <a:gd name="connsiteY0" fmla="*/ 6094413 h 7196138"/>
              <a:gd name="connsiteX1" fmla="*/ 3883920 w 4933949"/>
              <a:gd name="connsiteY1" fmla="*/ 6094413 h 7196138"/>
              <a:gd name="connsiteX2" fmla="*/ 4933949 w 4933949"/>
              <a:gd name="connsiteY2" fmla="*/ 6645934 h 7196138"/>
              <a:gd name="connsiteX3" fmla="*/ 3883920 w 4933949"/>
              <a:gd name="connsiteY3" fmla="*/ 7196138 h 7196138"/>
              <a:gd name="connsiteX4" fmla="*/ 1050029 w 4933949"/>
              <a:gd name="connsiteY4" fmla="*/ 7196138 h 7196138"/>
              <a:gd name="connsiteX5" fmla="*/ 0 w 4933949"/>
              <a:gd name="connsiteY5" fmla="*/ 6645934 h 7196138"/>
              <a:gd name="connsiteX6" fmla="*/ 1050029 w 4933949"/>
              <a:gd name="connsiteY6" fmla="*/ 6094413 h 7196138"/>
              <a:gd name="connsiteX7" fmla="*/ 1050029 w 4933949"/>
              <a:gd name="connsiteY7" fmla="*/ 4730750 h 7196138"/>
              <a:gd name="connsiteX8" fmla="*/ 3883920 w 4933949"/>
              <a:gd name="connsiteY8" fmla="*/ 4730750 h 7196138"/>
              <a:gd name="connsiteX9" fmla="*/ 4933949 w 4933949"/>
              <a:gd name="connsiteY9" fmla="*/ 5283066 h 7196138"/>
              <a:gd name="connsiteX10" fmla="*/ 3883920 w 4933949"/>
              <a:gd name="connsiteY10" fmla="*/ 5834063 h 7196138"/>
              <a:gd name="connsiteX11" fmla="*/ 1050029 w 4933949"/>
              <a:gd name="connsiteY11" fmla="*/ 5834063 h 7196138"/>
              <a:gd name="connsiteX12" fmla="*/ 0 w 4933949"/>
              <a:gd name="connsiteY12" fmla="*/ 5283066 h 7196138"/>
              <a:gd name="connsiteX13" fmla="*/ 1050029 w 4933949"/>
              <a:gd name="connsiteY13" fmla="*/ 4730750 h 7196138"/>
              <a:gd name="connsiteX14" fmla="*/ 1050029 w 4933949"/>
              <a:gd name="connsiteY14" fmla="*/ 3368675 h 7196138"/>
              <a:gd name="connsiteX15" fmla="*/ 3883920 w 4933949"/>
              <a:gd name="connsiteY15" fmla="*/ 3368675 h 7196138"/>
              <a:gd name="connsiteX16" fmla="*/ 4933949 w 4933949"/>
              <a:gd name="connsiteY16" fmla="*/ 3920991 h 7196138"/>
              <a:gd name="connsiteX17" fmla="*/ 3883920 w 4933949"/>
              <a:gd name="connsiteY17" fmla="*/ 4471988 h 7196138"/>
              <a:gd name="connsiteX18" fmla="*/ 1050029 w 4933949"/>
              <a:gd name="connsiteY18" fmla="*/ 4471988 h 7196138"/>
              <a:gd name="connsiteX19" fmla="*/ 0 w 4933949"/>
              <a:gd name="connsiteY19" fmla="*/ 3920991 h 7196138"/>
              <a:gd name="connsiteX20" fmla="*/ 1050029 w 4933949"/>
              <a:gd name="connsiteY20" fmla="*/ 3368675 h 7196138"/>
              <a:gd name="connsiteX21" fmla="*/ 678543 w 4933949"/>
              <a:gd name="connsiteY21" fmla="*/ 305710 h 7196138"/>
              <a:gd name="connsiteX22" fmla="*/ 678543 w 4933949"/>
              <a:gd name="connsiteY22" fmla="*/ 2307316 h 7196138"/>
              <a:gd name="connsiteX23" fmla="*/ 909109 w 4933949"/>
              <a:gd name="connsiteY23" fmla="*/ 2307316 h 7196138"/>
              <a:gd name="connsiteX24" fmla="*/ 1119911 w 4933949"/>
              <a:gd name="connsiteY24" fmla="*/ 2234842 h 7196138"/>
              <a:gd name="connsiteX25" fmla="*/ 1198962 w 4933949"/>
              <a:gd name="connsiteY25" fmla="*/ 1615517 h 7196138"/>
              <a:gd name="connsiteX26" fmla="*/ 1198962 w 4933949"/>
              <a:gd name="connsiteY26" fmla="*/ 996191 h 7196138"/>
              <a:gd name="connsiteX27" fmla="*/ 1119911 w 4933949"/>
              <a:gd name="connsiteY27" fmla="*/ 378184 h 7196138"/>
              <a:gd name="connsiteX28" fmla="*/ 909109 w 4933949"/>
              <a:gd name="connsiteY28" fmla="*/ 305710 h 7196138"/>
              <a:gd name="connsiteX29" fmla="*/ 678543 w 4933949"/>
              <a:gd name="connsiteY29" fmla="*/ 305710 h 7196138"/>
              <a:gd name="connsiteX30" fmla="*/ 1842869 w 4933949"/>
              <a:gd name="connsiteY30" fmla="*/ 0 h 7196138"/>
              <a:gd name="connsiteX31" fmla="*/ 3073618 w 4933949"/>
              <a:gd name="connsiteY31" fmla="*/ 0 h 7196138"/>
              <a:gd name="connsiteX32" fmla="*/ 3114467 w 4933949"/>
              <a:gd name="connsiteY32" fmla="*/ 14495 h 7196138"/>
              <a:gd name="connsiteX33" fmla="*/ 3128962 w 4933949"/>
              <a:gd name="connsiteY33" fmla="*/ 54027 h 7196138"/>
              <a:gd name="connsiteX34" fmla="*/ 3128962 w 4933949"/>
              <a:gd name="connsiteY34" fmla="*/ 275402 h 7196138"/>
              <a:gd name="connsiteX35" fmla="*/ 3114467 w 4933949"/>
              <a:gd name="connsiteY35" fmla="*/ 314934 h 7196138"/>
              <a:gd name="connsiteX36" fmla="*/ 3073618 w 4933949"/>
              <a:gd name="connsiteY36" fmla="*/ 329429 h 7196138"/>
              <a:gd name="connsiteX37" fmla="*/ 2679620 w 4933949"/>
              <a:gd name="connsiteY37" fmla="*/ 329429 h 7196138"/>
              <a:gd name="connsiteX38" fmla="*/ 2679620 w 4933949"/>
              <a:gd name="connsiteY38" fmla="*/ 2558999 h 7196138"/>
              <a:gd name="connsiteX39" fmla="*/ 2665125 w 4933949"/>
              <a:gd name="connsiteY39" fmla="*/ 2598530 h 7196138"/>
              <a:gd name="connsiteX40" fmla="*/ 2625594 w 4933949"/>
              <a:gd name="connsiteY40" fmla="*/ 2613025 h 7196138"/>
              <a:gd name="connsiteX41" fmla="*/ 2290893 w 4933949"/>
              <a:gd name="connsiteY41" fmla="*/ 2613025 h 7196138"/>
              <a:gd name="connsiteX42" fmla="*/ 2250044 w 4933949"/>
              <a:gd name="connsiteY42" fmla="*/ 2598530 h 7196138"/>
              <a:gd name="connsiteX43" fmla="*/ 2235549 w 4933949"/>
              <a:gd name="connsiteY43" fmla="*/ 2558999 h 7196138"/>
              <a:gd name="connsiteX44" fmla="*/ 2235549 w 4933949"/>
              <a:gd name="connsiteY44" fmla="*/ 329429 h 7196138"/>
              <a:gd name="connsiteX45" fmla="*/ 1842869 w 4933949"/>
              <a:gd name="connsiteY45" fmla="*/ 329429 h 7196138"/>
              <a:gd name="connsiteX46" fmla="*/ 1802020 w 4933949"/>
              <a:gd name="connsiteY46" fmla="*/ 314934 h 7196138"/>
              <a:gd name="connsiteX47" fmla="*/ 1787525 w 4933949"/>
              <a:gd name="connsiteY47" fmla="*/ 275402 h 7196138"/>
              <a:gd name="connsiteX48" fmla="*/ 1787525 w 4933949"/>
              <a:gd name="connsiteY48" fmla="*/ 54027 h 7196138"/>
              <a:gd name="connsiteX49" fmla="*/ 1802020 w 4933949"/>
              <a:gd name="connsiteY49" fmla="*/ 14495 h 7196138"/>
              <a:gd name="connsiteX50" fmla="*/ 1842869 w 4933949"/>
              <a:gd name="connsiteY50" fmla="*/ 0 h 7196138"/>
              <a:gd name="connsiteX51" fmla="*/ 317544 w 4933949"/>
              <a:gd name="connsiteY51" fmla="*/ 0 h 7196138"/>
              <a:gd name="connsiteX52" fmla="*/ 972349 w 4933949"/>
              <a:gd name="connsiteY52" fmla="*/ 0 h 7196138"/>
              <a:gd name="connsiteX53" fmla="*/ 1476958 w 4933949"/>
              <a:gd name="connsiteY53" fmla="*/ 179209 h 7196138"/>
              <a:gd name="connsiteX54" fmla="*/ 1619250 w 4933949"/>
              <a:gd name="connsiteY54" fmla="*/ 1025181 h 7196138"/>
              <a:gd name="connsiteX55" fmla="*/ 1619250 w 4933949"/>
              <a:gd name="connsiteY55" fmla="*/ 1587845 h 7196138"/>
              <a:gd name="connsiteX56" fmla="*/ 1476958 w 4933949"/>
              <a:gd name="connsiteY56" fmla="*/ 2433816 h 7196138"/>
              <a:gd name="connsiteX57" fmla="*/ 972349 w 4933949"/>
              <a:gd name="connsiteY57" fmla="*/ 2613025 h 7196138"/>
              <a:gd name="connsiteX58" fmla="*/ 317544 w 4933949"/>
              <a:gd name="connsiteY58" fmla="*/ 2613025 h 7196138"/>
              <a:gd name="connsiteX59" fmla="*/ 278018 w 4933949"/>
              <a:gd name="connsiteY59" fmla="*/ 2598530 h 7196138"/>
              <a:gd name="connsiteX60" fmla="*/ 263525 w 4933949"/>
              <a:gd name="connsiteY60" fmla="*/ 2558999 h 7196138"/>
              <a:gd name="connsiteX61" fmla="*/ 263525 w 4933949"/>
              <a:gd name="connsiteY61" fmla="*/ 54027 h 7196138"/>
              <a:gd name="connsiteX62" fmla="*/ 278018 w 4933949"/>
              <a:gd name="connsiteY62" fmla="*/ 14495 h 7196138"/>
              <a:gd name="connsiteX63" fmla="*/ 317544 w 4933949"/>
              <a:gd name="connsiteY63" fmla="*/ 0 h 7196138"/>
              <a:gd name="connsiteX64" fmla="*/ 3359213 w 4933949"/>
              <a:gd name="connsiteY64" fmla="*/ 0 h 7196138"/>
              <a:gd name="connsiteX65" fmla="*/ 3664991 w 4933949"/>
              <a:gd name="connsiteY65" fmla="*/ 0 h 7196138"/>
              <a:gd name="connsiteX66" fmla="*/ 3705850 w 4933949"/>
              <a:gd name="connsiteY66" fmla="*/ 14497 h 7196138"/>
              <a:gd name="connsiteX67" fmla="*/ 3720348 w 4933949"/>
              <a:gd name="connsiteY67" fmla="*/ 54035 h 7196138"/>
              <a:gd name="connsiteX68" fmla="*/ 3720348 w 4933949"/>
              <a:gd name="connsiteY68" fmla="*/ 1903062 h 7196138"/>
              <a:gd name="connsiteX69" fmla="*/ 3798111 w 4933949"/>
              <a:gd name="connsiteY69" fmla="*/ 2279984 h 7196138"/>
              <a:gd name="connsiteX70" fmla="*/ 3976042 w 4933949"/>
              <a:gd name="connsiteY70" fmla="*/ 2349833 h 7196138"/>
              <a:gd name="connsiteX71" fmla="*/ 4163200 w 4933949"/>
              <a:gd name="connsiteY71" fmla="*/ 2279984 h 7196138"/>
              <a:gd name="connsiteX72" fmla="*/ 4240963 w 4933949"/>
              <a:gd name="connsiteY72" fmla="*/ 1903062 h 7196138"/>
              <a:gd name="connsiteX73" fmla="*/ 4240963 w 4933949"/>
              <a:gd name="connsiteY73" fmla="*/ 54035 h 7196138"/>
              <a:gd name="connsiteX74" fmla="*/ 4255461 w 4933949"/>
              <a:gd name="connsiteY74" fmla="*/ 14497 h 7196138"/>
              <a:gd name="connsiteX75" fmla="*/ 4295001 w 4933949"/>
              <a:gd name="connsiteY75" fmla="*/ 0 h 7196138"/>
              <a:gd name="connsiteX76" fmla="*/ 4602098 w 4933949"/>
              <a:gd name="connsiteY76" fmla="*/ 0 h 7196138"/>
              <a:gd name="connsiteX77" fmla="*/ 4641638 w 4933949"/>
              <a:gd name="connsiteY77" fmla="*/ 14497 h 7196138"/>
              <a:gd name="connsiteX78" fmla="*/ 4656136 w 4933949"/>
              <a:gd name="connsiteY78" fmla="*/ 54035 h 7196138"/>
              <a:gd name="connsiteX79" fmla="*/ 4656136 w 4933949"/>
              <a:gd name="connsiteY79" fmla="*/ 1904380 h 7196138"/>
              <a:gd name="connsiteX80" fmla="*/ 4507201 w 4933949"/>
              <a:gd name="connsiteY80" fmla="*/ 2459220 h 7196138"/>
              <a:gd name="connsiteX81" fmla="*/ 3981314 w 4933949"/>
              <a:gd name="connsiteY81" fmla="*/ 2646363 h 7196138"/>
              <a:gd name="connsiteX82" fmla="*/ 3447519 w 4933949"/>
              <a:gd name="connsiteY82" fmla="*/ 2459220 h 7196138"/>
              <a:gd name="connsiteX83" fmla="*/ 3305174 w 4933949"/>
              <a:gd name="connsiteY83" fmla="*/ 1904380 h 7196138"/>
              <a:gd name="connsiteX84" fmla="*/ 3305174 w 4933949"/>
              <a:gd name="connsiteY84" fmla="*/ 54035 h 7196138"/>
              <a:gd name="connsiteX85" fmla="*/ 3318354 w 4933949"/>
              <a:gd name="connsiteY85" fmla="*/ 14497 h 7196138"/>
              <a:gd name="connsiteX86" fmla="*/ 3359213 w 4933949"/>
              <a:gd name="connsiteY86" fmla="*/ 0 h 7196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4933949" h="7196138">
                <a:moveTo>
                  <a:pt x="1050029" y="6094413"/>
                </a:moveTo>
                <a:cubicBezTo>
                  <a:pt x="2409664" y="6623557"/>
                  <a:pt x="2524285" y="6623557"/>
                  <a:pt x="3883920" y="6094413"/>
                </a:cubicBezTo>
                <a:cubicBezTo>
                  <a:pt x="3883920" y="6094413"/>
                  <a:pt x="3883920" y="6094413"/>
                  <a:pt x="4933949" y="6645934"/>
                </a:cubicBezTo>
                <a:cubicBezTo>
                  <a:pt x="4933949" y="6645934"/>
                  <a:pt x="4933949" y="6645934"/>
                  <a:pt x="3883920" y="7196138"/>
                </a:cubicBezTo>
                <a:cubicBezTo>
                  <a:pt x="2524285" y="6668311"/>
                  <a:pt x="2409664" y="6668311"/>
                  <a:pt x="1050029" y="7196138"/>
                </a:cubicBezTo>
                <a:cubicBezTo>
                  <a:pt x="1050029" y="7196138"/>
                  <a:pt x="1050029" y="7196138"/>
                  <a:pt x="0" y="6645934"/>
                </a:cubicBezTo>
                <a:cubicBezTo>
                  <a:pt x="0" y="6645934"/>
                  <a:pt x="0" y="6645934"/>
                  <a:pt x="1050029" y="6094413"/>
                </a:cubicBezTo>
                <a:close/>
                <a:moveTo>
                  <a:pt x="1050029" y="4730750"/>
                </a:moveTo>
                <a:cubicBezTo>
                  <a:pt x="2409664" y="5260657"/>
                  <a:pt x="2524285" y="5260657"/>
                  <a:pt x="3883920" y="4730750"/>
                </a:cubicBezTo>
                <a:cubicBezTo>
                  <a:pt x="3883920" y="4730750"/>
                  <a:pt x="3883920" y="4730750"/>
                  <a:pt x="4933949" y="5283066"/>
                </a:cubicBezTo>
                <a:cubicBezTo>
                  <a:pt x="4933949" y="5283066"/>
                  <a:pt x="4933949" y="5283066"/>
                  <a:pt x="3883920" y="5834063"/>
                </a:cubicBezTo>
                <a:cubicBezTo>
                  <a:pt x="2524285" y="5305475"/>
                  <a:pt x="2409664" y="5305475"/>
                  <a:pt x="1050029" y="5834063"/>
                </a:cubicBezTo>
                <a:cubicBezTo>
                  <a:pt x="1050029" y="5834063"/>
                  <a:pt x="1050029" y="5834063"/>
                  <a:pt x="0" y="5283066"/>
                </a:cubicBezTo>
                <a:cubicBezTo>
                  <a:pt x="0" y="5283066"/>
                  <a:pt x="0" y="5283066"/>
                  <a:pt x="1050029" y="4730750"/>
                </a:cubicBezTo>
                <a:close/>
                <a:moveTo>
                  <a:pt x="1050029" y="3368675"/>
                </a:moveTo>
                <a:cubicBezTo>
                  <a:pt x="2409664" y="3898582"/>
                  <a:pt x="2524285" y="3898582"/>
                  <a:pt x="3883920" y="3368675"/>
                </a:cubicBezTo>
                <a:cubicBezTo>
                  <a:pt x="3883920" y="3368675"/>
                  <a:pt x="3883920" y="3368675"/>
                  <a:pt x="4933949" y="3920991"/>
                </a:cubicBezTo>
                <a:cubicBezTo>
                  <a:pt x="4933949" y="3920991"/>
                  <a:pt x="4933949" y="3920991"/>
                  <a:pt x="3883920" y="4471988"/>
                </a:cubicBezTo>
                <a:cubicBezTo>
                  <a:pt x="2524285" y="3943400"/>
                  <a:pt x="2409664" y="3943400"/>
                  <a:pt x="1050029" y="4471988"/>
                </a:cubicBezTo>
                <a:cubicBezTo>
                  <a:pt x="1050029" y="4471988"/>
                  <a:pt x="1050029" y="4471988"/>
                  <a:pt x="0" y="3920991"/>
                </a:cubicBezTo>
                <a:cubicBezTo>
                  <a:pt x="0" y="3920991"/>
                  <a:pt x="0" y="3920991"/>
                  <a:pt x="1050029" y="3368675"/>
                </a:cubicBezTo>
                <a:close/>
                <a:moveTo>
                  <a:pt x="678543" y="305710"/>
                </a:moveTo>
                <a:lnTo>
                  <a:pt x="678543" y="2307316"/>
                </a:lnTo>
                <a:cubicBezTo>
                  <a:pt x="678543" y="2307316"/>
                  <a:pt x="678543" y="2307316"/>
                  <a:pt x="909109" y="2307316"/>
                </a:cubicBezTo>
                <a:cubicBezTo>
                  <a:pt x="1011875" y="2307316"/>
                  <a:pt x="1072481" y="2291503"/>
                  <a:pt x="1119911" y="2234842"/>
                </a:cubicBezTo>
                <a:cubicBezTo>
                  <a:pt x="1192375" y="2147873"/>
                  <a:pt x="1198962" y="1971299"/>
                  <a:pt x="1198962" y="1615517"/>
                </a:cubicBezTo>
                <a:cubicBezTo>
                  <a:pt x="1198962" y="1615517"/>
                  <a:pt x="1198962" y="1615517"/>
                  <a:pt x="1198962" y="996191"/>
                </a:cubicBezTo>
                <a:cubicBezTo>
                  <a:pt x="1198962" y="641727"/>
                  <a:pt x="1192375" y="465153"/>
                  <a:pt x="1119911" y="378184"/>
                </a:cubicBezTo>
                <a:cubicBezTo>
                  <a:pt x="1072481" y="321522"/>
                  <a:pt x="1011875" y="305710"/>
                  <a:pt x="909109" y="305710"/>
                </a:cubicBezTo>
                <a:cubicBezTo>
                  <a:pt x="909109" y="305710"/>
                  <a:pt x="909109" y="305710"/>
                  <a:pt x="678543" y="305710"/>
                </a:cubicBezTo>
                <a:close/>
                <a:moveTo>
                  <a:pt x="1842869" y="0"/>
                </a:moveTo>
                <a:cubicBezTo>
                  <a:pt x="1842869" y="0"/>
                  <a:pt x="1842869" y="0"/>
                  <a:pt x="3073618" y="0"/>
                </a:cubicBezTo>
                <a:cubicBezTo>
                  <a:pt x="3093384" y="0"/>
                  <a:pt x="3105243" y="5271"/>
                  <a:pt x="3114467" y="14495"/>
                </a:cubicBezTo>
                <a:cubicBezTo>
                  <a:pt x="3122374" y="22401"/>
                  <a:pt x="3128962" y="34261"/>
                  <a:pt x="3128962" y="54027"/>
                </a:cubicBezTo>
                <a:cubicBezTo>
                  <a:pt x="3128962" y="54027"/>
                  <a:pt x="3128962" y="54027"/>
                  <a:pt x="3128962" y="275402"/>
                </a:cubicBezTo>
                <a:cubicBezTo>
                  <a:pt x="3128962" y="295168"/>
                  <a:pt x="3122374" y="307028"/>
                  <a:pt x="3114467" y="314934"/>
                </a:cubicBezTo>
                <a:cubicBezTo>
                  <a:pt x="3105243" y="324158"/>
                  <a:pt x="3093384" y="329429"/>
                  <a:pt x="3073618" y="329429"/>
                </a:cubicBezTo>
                <a:cubicBezTo>
                  <a:pt x="3073618" y="329429"/>
                  <a:pt x="3073618" y="329429"/>
                  <a:pt x="2679620" y="329429"/>
                </a:cubicBezTo>
                <a:cubicBezTo>
                  <a:pt x="2679620" y="329429"/>
                  <a:pt x="2679620" y="329429"/>
                  <a:pt x="2679620" y="2558999"/>
                </a:cubicBezTo>
                <a:cubicBezTo>
                  <a:pt x="2679620" y="2578765"/>
                  <a:pt x="2674349" y="2590624"/>
                  <a:pt x="2665125" y="2598530"/>
                </a:cubicBezTo>
                <a:cubicBezTo>
                  <a:pt x="2657219" y="2607755"/>
                  <a:pt x="2645360" y="2613025"/>
                  <a:pt x="2625594" y="2613025"/>
                </a:cubicBezTo>
                <a:cubicBezTo>
                  <a:pt x="2625594" y="2613025"/>
                  <a:pt x="2625594" y="2613025"/>
                  <a:pt x="2290893" y="2613025"/>
                </a:cubicBezTo>
                <a:cubicBezTo>
                  <a:pt x="2271128" y="2613025"/>
                  <a:pt x="2259268" y="2607755"/>
                  <a:pt x="2250044" y="2598530"/>
                </a:cubicBezTo>
                <a:cubicBezTo>
                  <a:pt x="2240820" y="2590624"/>
                  <a:pt x="2235549" y="2578765"/>
                  <a:pt x="2235549" y="2558999"/>
                </a:cubicBezTo>
                <a:cubicBezTo>
                  <a:pt x="2235549" y="2558999"/>
                  <a:pt x="2235549" y="2558999"/>
                  <a:pt x="2235549" y="329429"/>
                </a:cubicBezTo>
                <a:cubicBezTo>
                  <a:pt x="2235549" y="329429"/>
                  <a:pt x="2235549" y="329429"/>
                  <a:pt x="1842869" y="329429"/>
                </a:cubicBezTo>
                <a:cubicBezTo>
                  <a:pt x="1823104" y="329429"/>
                  <a:pt x="1811244" y="324158"/>
                  <a:pt x="1802020" y="314934"/>
                </a:cubicBezTo>
                <a:cubicBezTo>
                  <a:pt x="1792796" y="307028"/>
                  <a:pt x="1787525" y="295168"/>
                  <a:pt x="1787525" y="275402"/>
                </a:cubicBezTo>
                <a:cubicBezTo>
                  <a:pt x="1787525" y="275402"/>
                  <a:pt x="1787525" y="275402"/>
                  <a:pt x="1787525" y="54027"/>
                </a:cubicBezTo>
                <a:cubicBezTo>
                  <a:pt x="1787525" y="34261"/>
                  <a:pt x="1792796" y="22401"/>
                  <a:pt x="1802020" y="14495"/>
                </a:cubicBezTo>
                <a:cubicBezTo>
                  <a:pt x="1811244" y="5271"/>
                  <a:pt x="1823104" y="0"/>
                  <a:pt x="1842869" y="0"/>
                </a:cubicBezTo>
                <a:close/>
                <a:moveTo>
                  <a:pt x="317544" y="0"/>
                </a:moveTo>
                <a:cubicBezTo>
                  <a:pt x="317544" y="0"/>
                  <a:pt x="317544" y="0"/>
                  <a:pt x="972349" y="0"/>
                </a:cubicBezTo>
                <a:cubicBezTo>
                  <a:pt x="1226630" y="0"/>
                  <a:pt x="1382097" y="57980"/>
                  <a:pt x="1476958" y="179209"/>
                </a:cubicBezTo>
                <a:cubicBezTo>
                  <a:pt x="1615298" y="345241"/>
                  <a:pt x="1619250" y="614055"/>
                  <a:pt x="1619250" y="1025181"/>
                </a:cubicBezTo>
                <a:cubicBezTo>
                  <a:pt x="1619250" y="1025181"/>
                  <a:pt x="1619250" y="1025181"/>
                  <a:pt x="1619250" y="1587845"/>
                </a:cubicBezTo>
                <a:cubicBezTo>
                  <a:pt x="1619250" y="1998971"/>
                  <a:pt x="1615298" y="2267784"/>
                  <a:pt x="1476958" y="2433816"/>
                </a:cubicBezTo>
                <a:cubicBezTo>
                  <a:pt x="1382097" y="2555046"/>
                  <a:pt x="1226630" y="2613025"/>
                  <a:pt x="972349" y="2613025"/>
                </a:cubicBezTo>
                <a:cubicBezTo>
                  <a:pt x="972349" y="2613025"/>
                  <a:pt x="972349" y="2613025"/>
                  <a:pt x="317544" y="2613025"/>
                </a:cubicBezTo>
                <a:cubicBezTo>
                  <a:pt x="297781" y="2613025"/>
                  <a:pt x="285923" y="2607755"/>
                  <a:pt x="278018" y="2598530"/>
                </a:cubicBezTo>
                <a:cubicBezTo>
                  <a:pt x="268795" y="2590624"/>
                  <a:pt x="263525" y="2578765"/>
                  <a:pt x="263525" y="2558999"/>
                </a:cubicBezTo>
                <a:cubicBezTo>
                  <a:pt x="263525" y="2558999"/>
                  <a:pt x="263525" y="2558999"/>
                  <a:pt x="263525" y="54027"/>
                </a:cubicBezTo>
                <a:cubicBezTo>
                  <a:pt x="263525" y="34261"/>
                  <a:pt x="268795" y="22401"/>
                  <a:pt x="278018" y="14495"/>
                </a:cubicBezTo>
                <a:cubicBezTo>
                  <a:pt x="285923" y="5271"/>
                  <a:pt x="297781" y="0"/>
                  <a:pt x="317544" y="0"/>
                </a:cubicBezTo>
                <a:close/>
                <a:moveTo>
                  <a:pt x="3359213" y="0"/>
                </a:moveTo>
                <a:cubicBezTo>
                  <a:pt x="3359213" y="0"/>
                  <a:pt x="3359213" y="0"/>
                  <a:pt x="3664991" y="0"/>
                </a:cubicBezTo>
                <a:cubicBezTo>
                  <a:pt x="3684762" y="0"/>
                  <a:pt x="3696624" y="5272"/>
                  <a:pt x="3705850" y="14497"/>
                </a:cubicBezTo>
                <a:cubicBezTo>
                  <a:pt x="3715076" y="22405"/>
                  <a:pt x="3720348" y="34266"/>
                  <a:pt x="3720348" y="54035"/>
                </a:cubicBezTo>
                <a:cubicBezTo>
                  <a:pt x="3720348" y="54035"/>
                  <a:pt x="3720348" y="54035"/>
                  <a:pt x="3720348" y="1903062"/>
                </a:cubicBezTo>
                <a:cubicBezTo>
                  <a:pt x="3720348" y="2103384"/>
                  <a:pt x="3738800" y="2214089"/>
                  <a:pt x="3798111" y="2279984"/>
                </a:cubicBezTo>
                <a:cubicBezTo>
                  <a:pt x="3841605" y="2328747"/>
                  <a:pt x="3899597" y="2349833"/>
                  <a:pt x="3976042" y="2349833"/>
                </a:cubicBezTo>
                <a:cubicBezTo>
                  <a:pt x="4060395" y="2349833"/>
                  <a:pt x="4121023" y="2326111"/>
                  <a:pt x="4163200" y="2279984"/>
                </a:cubicBezTo>
                <a:cubicBezTo>
                  <a:pt x="4226464" y="2211453"/>
                  <a:pt x="4240963" y="2096795"/>
                  <a:pt x="4240963" y="1903062"/>
                </a:cubicBezTo>
                <a:cubicBezTo>
                  <a:pt x="4240963" y="1903062"/>
                  <a:pt x="4240963" y="1903062"/>
                  <a:pt x="4240963" y="54035"/>
                </a:cubicBezTo>
                <a:cubicBezTo>
                  <a:pt x="4240963" y="34266"/>
                  <a:pt x="4246235" y="22405"/>
                  <a:pt x="4255461" y="14497"/>
                </a:cubicBezTo>
                <a:cubicBezTo>
                  <a:pt x="4263369" y="5272"/>
                  <a:pt x="4276549" y="0"/>
                  <a:pt x="4295001" y="0"/>
                </a:cubicBezTo>
                <a:cubicBezTo>
                  <a:pt x="4295001" y="0"/>
                  <a:pt x="4295001" y="0"/>
                  <a:pt x="4602098" y="0"/>
                </a:cubicBezTo>
                <a:cubicBezTo>
                  <a:pt x="4621868" y="0"/>
                  <a:pt x="4633730" y="5272"/>
                  <a:pt x="4641638" y="14497"/>
                </a:cubicBezTo>
                <a:cubicBezTo>
                  <a:pt x="4650864" y="22405"/>
                  <a:pt x="4656136" y="34266"/>
                  <a:pt x="4656136" y="54035"/>
                </a:cubicBezTo>
                <a:cubicBezTo>
                  <a:pt x="4656136" y="54035"/>
                  <a:pt x="4656136" y="54035"/>
                  <a:pt x="4656136" y="1904380"/>
                </a:cubicBezTo>
                <a:cubicBezTo>
                  <a:pt x="4656136" y="2153465"/>
                  <a:pt x="4627140" y="2319521"/>
                  <a:pt x="4507201" y="2459220"/>
                </a:cubicBezTo>
                <a:cubicBezTo>
                  <a:pt x="4405714" y="2577832"/>
                  <a:pt x="4239645" y="2646363"/>
                  <a:pt x="3981314" y="2646363"/>
                </a:cubicBezTo>
                <a:cubicBezTo>
                  <a:pt x="3726938" y="2646363"/>
                  <a:pt x="3559550" y="2581786"/>
                  <a:pt x="3447519" y="2459220"/>
                </a:cubicBezTo>
                <a:cubicBezTo>
                  <a:pt x="3340760" y="2341926"/>
                  <a:pt x="3305174" y="2173233"/>
                  <a:pt x="3305174" y="1904380"/>
                </a:cubicBezTo>
                <a:cubicBezTo>
                  <a:pt x="3305174" y="1904380"/>
                  <a:pt x="3305174" y="1904380"/>
                  <a:pt x="3305174" y="54035"/>
                </a:cubicBezTo>
                <a:cubicBezTo>
                  <a:pt x="3305174" y="34266"/>
                  <a:pt x="3310446" y="22405"/>
                  <a:pt x="3318354" y="14497"/>
                </a:cubicBezTo>
                <a:cubicBezTo>
                  <a:pt x="3327580" y="5272"/>
                  <a:pt x="3339442" y="0"/>
                  <a:pt x="3359213" y="0"/>
                </a:cubicBezTo>
                <a:close/>
              </a:path>
            </a:pathLst>
          </a:custGeom>
          <a:solidFill>
            <a:srgbClr val="FC7634"/>
          </a:solidFill>
          <a:ln>
            <a:noFill/>
          </a:ln>
        </p:spPr>
        <p:txBody>
          <a:bodyPr vert="horz" wrap="square" lIns="91440" tIns="45720" rIns="91440" bIns="45720" numCol="1" anchor="t" anchorCtr="0" compatLnSpc="1">
            <a:prstTxWarp prst="textNoShape">
              <a:avLst/>
            </a:prstTxWarp>
            <a:noAutofit/>
          </a:bodyPr>
          <a:lstStyle/>
          <a:p>
            <a:endParaRPr lang="en-GB"/>
          </a:p>
        </p:txBody>
      </p:sp>
      <p:sp>
        <p:nvSpPr>
          <p:cNvPr id="11" name="Bottom bar">
            <a:extLst>
              <a:ext uri="{FF2B5EF4-FFF2-40B4-BE49-F238E27FC236}">
                <a16:creationId xmlns:a16="http://schemas.microsoft.com/office/drawing/2014/main" id="{FFFFD011-0D94-46EE-B45C-787FE82C3B5E}"/>
              </a:ext>
            </a:extLst>
          </p:cNvPr>
          <p:cNvSpPr/>
          <p:nvPr userDrawn="1"/>
        </p:nvSpPr>
        <p:spPr bwMode="auto">
          <a:xfrm>
            <a:off x="0" y="6541200"/>
            <a:ext cx="12193200" cy="3168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3" name="FLD_Presentation Title"/>
          <p:cNvSpPr>
            <a:spLocks noGrp="1"/>
          </p:cNvSpPr>
          <p:nvPr>
            <p:ph type="ftr" sz="quarter" idx="3"/>
          </p:nvPr>
        </p:nvSpPr>
        <p:spPr>
          <a:xfrm>
            <a:off x="5590800" y="6541200"/>
            <a:ext cx="5497200" cy="316800"/>
          </a:xfrm>
          <a:prstGeom prst="rect">
            <a:avLst/>
          </a:prstGeom>
        </p:spPr>
        <p:txBody>
          <a:bodyPr vert="horz" lIns="0" tIns="0" rIns="0" bIns="0" rtlCol="0" anchor="ctr" anchorCtr="0"/>
          <a:lstStyle>
            <a:lvl1pPr algn="r">
              <a:spcBef>
                <a:spcPts val="0"/>
              </a:spcBef>
              <a:defRPr sz="700" b="0">
                <a:solidFill>
                  <a:schemeClr val="bg1"/>
                </a:solidFill>
                <a:latin typeface="+mn-lt"/>
              </a:defRPr>
            </a:lvl1pPr>
          </a:lstStyle>
          <a:p>
            <a:r>
              <a:rPr lang="da-DK"/>
              <a:t>Title</a:t>
            </a:r>
            <a:endParaRPr lang="da-DK" dirty="0"/>
          </a:p>
        </p:txBody>
      </p:sp>
      <p:sp>
        <p:nvSpPr>
          <p:cNvPr id="4" name="Slide Number Placeholder 3"/>
          <p:cNvSpPr>
            <a:spLocks noGrp="1"/>
          </p:cNvSpPr>
          <p:nvPr>
            <p:ph type="sldNum" sz="quarter" idx="4"/>
          </p:nvPr>
        </p:nvSpPr>
        <p:spPr>
          <a:xfrm>
            <a:off x="11506450" y="6541200"/>
            <a:ext cx="432600" cy="316800"/>
          </a:xfrm>
          <a:prstGeom prst="rect">
            <a:avLst/>
          </a:prstGeom>
        </p:spPr>
        <p:txBody>
          <a:bodyPr vert="horz" lIns="0" tIns="0" rIns="0" bIns="0" rtlCol="0" anchor="ctr" anchorCtr="0"/>
          <a:lstStyle>
            <a:lvl1pPr algn="l">
              <a:defRPr sz="700" b="1">
                <a:solidFill>
                  <a:schemeClr val="bg1"/>
                </a:solidFill>
                <a:latin typeface="+mj-lt"/>
              </a:defRPr>
            </a:lvl1pPr>
          </a:lstStyle>
          <a:p>
            <a:fld id="{103EA872-A674-449B-A120-B97244F8E91D}" type="slidenum">
              <a:rPr lang="da-DK" smtClean="0"/>
              <a:pPr/>
              <a:t>‹#›</a:t>
            </a:fld>
            <a:endParaRPr lang="da-DK" dirty="0"/>
          </a:p>
        </p:txBody>
      </p:sp>
      <p:sp>
        <p:nvSpPr>
          <p:cNvPr id="113666" name="Rectangle 2"/>
          <p:cNvSpPr>
            <a:spLocks noGrp="1" noChangeArrowheads="1"/>
          </p:cNvSpPr>
          <p:nvPr>
            <p:ph type="title"/>
          </p:nvPr>
        </p:nvSpPr>
        <p:spPr bwMode="auto">
          <a:xfrm>
            <a:off x="1774726" y="426127"/>
            <a:ext cx="9312374" cy="9727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b" anchorCtr="0" compatLnSpc="1">
            <a:prstTxWarp prst="textNoShape">
              <a:avLst/>
            </a:prstTxWarp>
          </a:bodyPr>
          <a:lstStyle/>
          <a:p>
            <a:pPr lvl="0"/>
            <a:r>
              <a:rPr lang="da-DK"/>
              <a:t>Klik for at redigere titeltypografien i masteren</a:t>
            </a:r>
            <a:endParaRPr lang="da-DK" dirty="0"/>
          </a:p>
        </p:txBody>
      </p:sp>
      <p:sp>
        <p:nvSpPr>
          <p:cNvPr id="113667" name="Rectangle 3"/>
          <p:cNvSpPr>
            <a:spLocks noGrp="1" noChangeArrowheads="1"/>
          </p:cNvSpPr>
          <p:nvPr>
            <p:ph type="body" idx="1"/>
          </p:nvPr>
        </p:nvSpPr>
        <p:spPr bwMode="auto">
          <a:xfrm>
            <a:off x="1774726" y="1706328"/>
            <a:ext cx="9312374" cy="45455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0" tIns="0" rIns="0" bIns="0" numCol="1" anchor="t" anchorCtr="0" compatLnSpc="1">
            <a:prstTxWarp prst="textNoShape">
              <a:avLst/>
            </a:prstTxWarp>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dirty="0"/>
          </a:p>
        </p:txBody>
      </p:sp>
      <p:sp>
        <p:nvSpPr>
          <p:cNvPr id="113676" name="text" descr="{&quot;templafy&quot;:{&quot;type&quot;:&quot;text&quot;,&quot;binding&quot;:&quot;UserProfile.Offices.Workarea_{{DocumentLanguage}}&quot;}}" title="UserProfile.Offices.Workarea_{{DocumentLanguage}}"/>
          <p:cNvSpPr>
            <a:spLocks noChangeArrowheads="1"/>
          </p:cNvSpPr>
          <p:nvPr userDrawn="1"/>
        </p:nvSpPr>
        <p:spPr bwMode="auto">
          <a:xfrm>
            <a:off x="1774726" y="6541200"/>
            <a:ext cx="3397071" cy="316800"/>
          </a:xfrm>
          <a:prstGeom prst="rect">
            <a:avLst/>
          </a:prstGeom>
          <a:noFill/>
          <a:ln>
            <a:noFill/>
          </a:ln>
        </p:spPr>
        <p:txBody>
          <a:bodyPr lIns="0" tIns="0" rIns="0" bIns="0" anchor="ctr" anchorCtr="0"/>
          <a:lstStyle/>
          <a:p>
            <a:pPr algn="l" eaLnBrk="0" hangingPunct="0">
              <a:spcBef>
                <a:spcPct val="0"/>
              </a:spcBef>
            </a:pPr>
            <a:r>
              <a:rPr lang="da-DK" sz="700" b="1" kern="1200" dirty="0">
                <a:solidFill>
                  <a:srgbClr val="FFFFFF"/>
                </a:solidFill>
                <a:effectLst/>
                <a:latin typeface="+mj-lt"/>
                <a:ea typeface="ＭＳ Ｐゴシック" panose="020B0600070205080204" pitchFamily="34" charset="-128"/>
                <a:cs typeface="+mn-cs"/>
              </a:rPr>
              <a:t>Technical University of Denmark</a:t>
            </a:r>
            <a:endParaRPr lang="da-DK" sz="700" b="1" dirty="0">
              <a:solidFill>
                <a:schemeClr val="bg1"/>
              </a:solidFill>
              <a:latin typeface="+mj-lt"/>
            </a:endParaRPr>
          </a:p>
        </p:txBody>
      </p:sp>
      <p:sp>
        <p:nvSpPr>
          <p:cNvPr id="5" name="date" descr="{&quot;templafy&quot;:{&quot;type&quot;:&quot;date&quot;,&quot;binding&quot;:&quot;Form.Date&quot;,&quot;format&quot;:&quot;{{DateFormats.GeneralDate}}&quot;}}" title="Form.Date">
            <a:extLst>
              <a:ext uri="{FF2B5EF4-FFF2-40B4-BE49-F238E27FC236}">
                <a16:creationId xmlns:a16="http://schemas.microsoft.com/office/drawing/2014/main" id="{792B975C-625D-4095-8E1D-63F20A11B57C}"/>
              </a:ext>
            </a:extLst>
          </p:cNvPr>
          <p:cNvSpPr/>
          <p:nvPr userDrawn="1"/>
        </p:nvSpPr>
        <p:spPr bwMode="auto">
          <a:xfrm>
            <a:off x="251363" y="6541200"/>
            <a:ext cx="1104013" cy="316800"/>
          </a:xfrm>
          <a:prstGeom prst="rect">
            <a:avLst/>
          </a:prstGeom>
          <a:no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r" defTabSz="914400" rtl="0" eaLnBrk="1" fontAlgn="base" latinLnBrk="0" hangingPunct="1">
              <a:lnSpc>
                <a:spcPct val="100000"/>
              </a:lnSpc>
              <a:spcBef>
                <a:spcPct val="50000"/>
              </a:spcBef>
              <a:spcAft>
                <a:spcPct val="0"/>
              </a:spcAft>
              <a:buClrTx/>
              <a:buSzTx/>
              <a:buFontTx/>
              <a:buNone/>
              <a:tabLst/>
            </a:pPr>
            <a:endParaRPr kumimoji="0" lang="da-DK" sz="700" b="1" i="0" u="none" strike="noStrike" cap="none" normalizeH="0" baseline="0" dirty="0">
              <a:ln>
                <a:noFill/>
              </a:ln>
              <a:solidFill>
                <a:schemeClr val="bg1"/>
              </a:solidFill>
              <a:effectLst/>
              <a:latin typeface="+mn-lt"/>
              <a:ea typeface="ＭＳ Ｐゴシック" pitchFamily="-80" charset="-128"/>
            </a:endParaRPr>
          </a:p>
        </p:txBody>
      </p:sp>
      <p:sp>
        <p:nvSpPr>
          <p:cNvPr id="2" name="Top bar">
            <a:extLst>
              <a:ext uri="{FF2B5EF4-FFF2-40B4-BE49-F238E27FC236}">
                <a16:creationId xmlns:a16="http://schemas.microsoft.com/office/drawing/2014/main" id="{35912424-89BF-4A93-9096-3282916C71FE}"/>
              </a:ext>
            </a:extLst>
          </p:cNvPr>
          <p:cNvSpPr/>
          <p:nvPr userDrawn="1"/>
        </p:nvSpPr>
        <p:spPr bwMode="auto">
          <a:xfrm>
            <a:off x="0" y="0"/>
            <a:ext cx="12193200" cy="50400"/>
          </a:xfrm>
          <a:prstGeom prst="rect">
            <a:avLst/>
          </a:prstGeom>
          <a:solidFill>
            <a:srgbClr val="FC7634"/>
          </a:solidFill>
          <a:ln w="9525" cap="flat" cmpd="sng" algn="ctr">
            <a:noFill/>
            <a:prstDash val="solid"/>
            <a:miter lim="800000"/>
            <a:headEnd type="none" w="med" len="med"/>
            <a:tailEnd type="none" w="med" len="med"/>
          </a:ln>
          <a:effectLst/>
        </p:spPr>
        <p:txBody>
          <a:bodyPr vert="horz" wrap="squar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ts val="432"/>
              </a:spcBef>
              <a:spcAft>
                <a:spcPct val="0"/>
              </a:spcAft>
              <a:buClrTx/>
              <a:buSzTx/>
              <a:buFontTx/>
              <a:buNone/>
              <a:tabLst/>
            </a:pPr>
            <a:endParaRPr kumimoji="0" lang="en-GB" sz="1600" b="0" i="0" u="none" strike="noStrike" cap="none" normalizeH="0" baseline="0" dirty="0" err="1">
              <a:ln>
                <a:noFill/>
              </a:ln>
              <a:solidFill>
                <a:srgbClr val="FFFFFF"/>
              </a:solidFill>
              <a:effectLst/>
              <a:latin typeface="+mn-lt"/>
              <a:ea typeface="ＭＳ Ｐゴシック" pitchFamily="-80" charset="-128"/>
            </a:endParaRPr>
          </a:p>
        </p:txBody>
      </p:sp>
      <p:sp>
        <p:nvSpPr>
          <p:cNvPr id="6" name="Date Placeholder 5">
            <a:extLst>
              <a:ext uri="{FF2B5EF4-FFF2-40B4-BE49-F238E27FC236}">
                <a16:creationId xmlns:a16="http://schemas.microsoft.com/office/drawing/2014/main" id="{2C7BF58D-5873-05BF-C94A-0EFD3E1BF943}"/>
              </a:ext>
            </a:extLst>
          </p:cNvPr>
          <p:cNvSpPr>
            <a:spLocks noGrp="1"/>
          </p:cNvSpPr>
          <p:nvPr>
            <p:ph type="dt" sz="half" idx="2"/>
          </p:nvPr>
        </p:nvSpPr>
        <p:spPr>
          <a:xfrm>
            <a:off x="252000" y="6541200"/>
            <a:ext cx="1105200" cy="316800"/>
          </a:xfrm>
          <a:prstGeom prst="rect">
            <a:avLst/>
          </a:prstGeom>
        </p:spPr>
        <p:txBody>
          <a:bodyPr vert="horz" lIns="0" tIns="0" rIns="0" bIns="0" rtlCol="0" anchor="ctr"/>
          <a:lstStyle>
            <a:lvl1pPr algn="r">
              <a:defRPr sz="700" b="1">
                <a:solidFill>
                  <a:schemeClr val="bg1"/>
                </a:solidFill>
                <a:latin typeface="+mj-lt"/>
              </a:defRPr>
            </a:lvl1pPr>
          </a:lstStyle>
          <a:p>
            <a:r>
              <a:rPr lang="da-DK"/>
              <a:t>Date</a:t>
            </a:r>
            <a:endParaRPr lang="en-GB" dirty="0"/>
          </a:p>
        </p:txBody>
      </p:sp>
    </p:spTree>
    <p:extLst>
      <p:ext uri="{BB962C8B-B14F-4D97-AF65-F5344CB8AC3E}">
        <p14:creationId xmlns:p14="http://schemas.microsoft.com/office/powerpoint/2010/main" val="2454702602"/>
      </p:ext>
    </p:extLst>
  </p:cSld>
  <p:clrMap bg1="lt1" tx1="dk1" bg2="lt2" tx2="dk2" accent1="accent1" accent2="accent2" accent3="accent3" accent4="accent4" accent5="accent5" accent6="accent6" hlink="hlink" folHlink="folHlink"/>
  <p:sldLayoutIdLst>
    <p:sldLayoutId id="2147483663" r:id="rId1"/>
    <p:sldLayoutId id="2147483671" r:id="rId2"/>
    <p:sldLayoutId id="2147483664" r:id="rId3"/>
    <p:sldLayoutId id="2147483677" r:id="rId4"/>
    <p:sldLayoutId id="2147483672" r:id="rId5"/>
    <p:sldLayoutId id="2147483673" r:id="rId6"/>
    <p:sldLayoutId id="2147483676" r:id="rId7"/>
    <p:sldLayoutId id="2147483666" r:id="rId8"/>
    <p:sldLayoutId id="2147483667" r:id="rId9"/>
    <p:sldLayoutId id="2147483668" r:id="rId10"/>
    <p:sldLayoutId id="2147483669" r:id="rId11"/>
  </p:sldLayoutIdLst>
  <p:hf hdr="0"/>
  <p:txStyles>
    <p:titleStyle>
      <a:lvl1pPr algn="l" rtl="0" eaLnBrk="1" fontAlgn="base" hangingPunct="1">
        <a:spcBef>
          <a:spcPct val="0"/>
        </a:spcBef>
        <a:spcAft>
          <a:spcPct val="0"/>
        </a:spcAft>
        <a:defRPr sz="3000" b="1">
          <a:solidFill>
            <a:srgbClr val="000000"/>
          </a:solidFill>
          <a:latin typeface="+mj-lt"/>
          <a:ea typeface="+mj-ea"/>
          <a:cs typeface="+mj-cs"/>
        </a:defRPr>
      </a:lvl1pPr>
      <a:lvl2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2pPr>
      <a:lvl3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3pPr>
      <a:lvl4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4pPr>
      <a:lvl5pPr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5pPr>
      <a:lvl6pPr marL="4572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6pPr>
      <a:lvl7pPr marL="9144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7pPr>
      <a:lvl8pPr marL="13716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8pPr>
      <a:lvl9pPr marL="1828800" algn="l" rtl="0" eaLnBrk="1" fontAlgn="base" hangingPunct="1">
        <a:spcBef>
          <a:spcPct val="0"/>
        </a:spcBef>
        <a:spcAft>
          <a:spcPct val="0"/>
        </a:spcAft>
        <a:defRPr sz="2400" b="1">
          <a:solidFill>
            <a:schemeClr val="tx1"/>
          </a:solidFill>
          <a:latin typeface="Verdana" pitchFamily="34" charset="0"/>
          <a:ea typeface="ＭＳ Ｐゴシック" pitchFamily="-80" charset="-128"/>
        </a:defRPr>
      </a:lvl9pPr>
    </p:titleStyle>
    <p:bodyStyle>
      <a:lvl1pPr marL="198000" indent="-198000" algn="l" rtl="0" eaLnBrk="1" fontAlgn="base" hangingPunct="1">
        <a:spcBef>
          <a:spcPct val="20000"/>
        </a:spcBef>
        <a:spcAft>
          <a:spcPct val="0"/>
        </a:spcAft>
        <a:buChar char="•"/>
        <a:defRPr sz="1800">
          <a:solidFill>
            <a:schemeClr val="tx1"/>
          </a:solidFill>
          <a:latin typeface="+mn-lt"/>
          <a:ea typeface="+mn-ea"/>
          <a:cs typeface="+mn-cs"/>
        </a:defRPr>
      </a:lvl1pPr>
      <a:lvl2pPr marL="414000" indent="-198000" algn="l" rtl="0" eaLnBrk="1" fontAlgn="base" hangingPunct="1">
        <a:spcBef>
          <a:spcPct val="20000"/>
        </a:spcBef>
        <a:spcAft>
          <a:spcPct val="0"/>
        </a:spcAft>
        <a:buChar char="–"/>
        <a:defRPr sz="1800">
          <a:solidFill>
            <a:schemeClr val="tx1"/>
          </a:solidFill>
          <a:latin typeface="+mn-lt"/>
          <a:ea typeface="+mn-ea"/>
        </a:defRPr>
      </a:lvl2pPr>
      <a:lvl3pPr marL="615600" indent="-198000" algn="l" rtl="0" eaLnBrk="1" fontAlgn="base" hangingPunct="1">
        <a:spcBef>
          <a:spcPct val="20000"/>
        </a:spcBef>
        <a:spcAft>
          <a:spcPct val="0"/>
        </a:spcAft>
        <a:buChar char="•"/>
        <a:defRPr sz="1800">
          <a:solidFill>
            <a:schemeClr val="tx1"/>
          </a:solidFill>
          <a:latin typeface="+mn-lt"/>
          <a:ea typeface="+mn-ea"/>
        </a:defRPr>
      </a:lvl3pPr>
      <a:lvl4pPr marL="828000" indent="-198000" algn="l" rtl="0" eaLnBrk="1" fontAlgn="base" hangingPunct="1">
        <a:spcBef>
          <a:spcPct val="20000"/>
        </a:spcBef>
        <a:spcAft>
          <a:spcPct val="0"/>
        </a:spcAft>
        <a:buChar char="–"/>
        <a:defRPr sz="1800">
          <a:solidFill>
            <a:schemeClr val="tx1"/>
          </a:solidFill>
          <a:latin typeface="+mn-lt"/>
          <a:ea typeface="+mn-ea"/>
        </a:defRPr>
      </a:lvl4pPr>
      <a:lvl5pPr marL="1026000" indent="-198000" algn="l" rtl="0" eaLnBrk="1" fontAlgn="base" hangingPunct="1">
        <a:spcBef>
          <a:spcPct val="20000"/>
        </a:spcBef>
        <a:spcAft>
          <a:spcPct val="0"/>
        </a:spcAft>
        <a:buChar char="»"/>
        <a:defRPr sz="1800">
          <a:solidFill>
            <a:schemeClr val="tx1"/>
          </a:solidFill>
          <a:latin typeface="+mn-lt"/>
          <a:ea typeface="+mn-ea"/>
        </a:defRPr>
      </a:lvl5pPr>
      <a:lvl6pPr marL="1026000" indent="-198000" algn="l" rtl="0" eaLnBrk="1" fontAlgn="base" hangingPunct="1">
        <a:spcBef>
          <a:spcPct val="20000"/>
        </a:spcBef>
        <a:spcAft>
          <a:spcPct val="0"/>
        </a:spcAft>
        <a:buChar char="»"/>
        <a:defRPr sz="1800">
          <a:solidFill>
            <a:schemeClr val="tx1"/>
          </a:solidFill>
          <a:latin typeface="+mn-lt"/>
          <a:ea typeface="+mn-ea"/>
        </a:defRPr>
      </a:lvl6pPr>
      <a:lvl7pPr marL="1026000" indent="-198000" algn="l" rtl="0" eaLnBrk="1" fontAlgn="base" hangingPunct="1">
        <a:spcBef>
          <a:spcPct val="20000"/>
        </a:spcBef>
        <a:spcAft>
          <a:spcPct val="0"/>
        </a:spcAft>
        <a:buChar char="»"/>
        <a:defRPr sz="1800">
          <a:solidFill>
            <a:schemeClr val="tx1"/>
          </a:solidFill>
          <a:latin typeface="+mn-lt"/>
          <a:ea typeface="+mn-ea"/>
        </a:defRPr>
      </a:lvl7pPr>
      <a:lvl8pPr marL="1026000" indent="-198000" algn="l" rtl="0" eaLnBrk="1" fontAlgn="base" hangingPunct="1">
        <a:spcBef>
          <a:spcPct val="20000"/>
        </a:spcBef>
        <a:spcAft>
          <a:spcPct val="0"/>
        </a:spcAft>
        <a:buChar char="»"/>
        <a:defRPr sz="1800">
          <a:solidFill>
            <a:schemeClr val="tx1"/>
          </a:solidFill>
          <a:latin typeface="+mn-lt"/>
          <a:ea typeface="+mn-ea"/>
        </a:defRPr>
      </a:lvl8pPr>
      <a:lvl9pPr marL="1026000" indent="-198000" algn="l" rtl="0" eaLnBrk="1" fontAlgn="base" hangingPunct="1">
        <a:spcBef>
          <a:spcPct val="20000"/>
        </a:spcBef>
        <a:spcAft>
          <a:spcPct val="0"/>
        </a:spcAft>
        <a:buChar char="»"/>
        <a:defRPr sz="1800">
          <a:solidFill>
            <a:schemeClr val="tx1"/>
          </a:solidFill>
          <a:latin typeface="+mn-lt"/>
          <a:ea typeface="+mn-ea"/>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68" userDrawn="1">
          <p15:clr>
            <a:srgbClr val="F26B43"/>
          </p15:clr>
        </p15:guide>
        <p15:guide id="4" orient="horz" pos="881" userDrawn="1">
          <p15:clr>
            <a:srgbClr val="F26B43"/>
          </p15:clr>
        </p15:guide>
        <p15:guide id="5" orient="horz" pos="1074" userDrawn="1">
          <p15:clr>
            <a:srgbClr val="F26B43"/>
          </p15:clr>
        </p15:guide>
        <p15:guide id="6" orient="horz" pos="393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7.xml"/><Relationship Id="rId1" Type="http://schemas.openxmlformats.org/officeDocument/2006/relationships/customXml" Target="../../customXml/item5.xml"/></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09C6D51-A462-3D8B-831E-BFC0A6CC61D6}"/>
              </a:ext>
            </a:extLst>
          </p:cNvPr>
          <p:cNvSpPr>
            <a:spLocks noGrp="1" noRot="1" noMove="1" noResize="1" noEditPoints="1" noAdjustHandles="1" noChangeArrowheads="1" noChangeShapeType="1"/>
          </p:cNvSpPr>
          <p:nvPr>
            <p:ph type="ctrTitle"/>
          </p:nvPr>
        </p:nvSpPr>
        <p:spPr/>
        <p:txBody>
          <a:bodyPr/>
          <a:lstStyle/>
          <a:p>
            <a:r>
              <a:rPr lang="en-GB" dirty="0"/>
              <a:t>Progress Report 1</a:t>
            </a:r>
          </a:p>
        </p:txBody>
      </p:sp>
      <p:sp>
        <p:nvSpPr>
          <p:cNvPr id="9" name="Subtitle 8">
            <a:extLst>
              <a:ext uri="{FF2B5EF4-FFF2-40B4-BE49-F238E27FC236}">
                <a16:creationId xmlns:a16="http://schemas.microsoft.com/office/drawing/2014/main" id="{932F85F2-7B5A-67B1-EFBA-AA36EF535390}"/>
              </a:ext>
            </a:extLst>
          </p:cNvPr>
          <p:cNvSpPr>
            <a:spLocks noGrp="1" noRot="1" noMove="1" noResize="1" noEditPoints="1" noAdjustHandles="1" noChangeArrowheads="1" noChangeShapeType="1"/>
          </p:cNvSpPr>
          <p:nvPr>
            <p:ph type="subTitle" idx="1"/>
          </p:nvPr>
        </p:nvSpPr>
        <p:spPr/>
        <p:txBody>
          <a:bodyPr/>
          <a:lstStyle/>
          <a:p>
            <a:r>
              <a:rPr lang="en-GB" dirty="0"/>
              <a:t>Innovation in Engineering</a:t>
            </a:r>
          </a:p>
        </p:txBody>
      </p:sp>
      <p:sp>
        <p:nvSpPr>
          <p:cNvPr id="3" name="Slide Number Placeholder 2">
            <a:extLst>
              <a:ext uri="{FF2B5EF4-FFF2-40B4-BE49-F238E27FC236}">
                <a16:creationId xmlns:a16="http://schemas.microsoft.com/office/drawing/2014/main" id="{0AA221E4-1851-497D-90EE-984C7112166A}"/>
              </a:ext>
            </a:extLst>
          </p:cNvPr>
          <p:cNvSpPr>
            <a:spLocks noGrp="1"/>
          </p:cNvSpPr>
          <p:nvPr>
            <p:ph type="sldNum" sz="quarter" idx="17"/>
          </p:nvPr>
        </p:nvSpPr>
        <p:spPr>
          <a:xfrm>
            <a:off x="11506450" y="6541200"/>
            <a:ext cx="432600" cy="316800"/>
          </a:xfrm>
        </p:spPr>
        <p:txBody>
          <a:bodyPr/>
          <a:lstStyle/>
          <a:p>
            <a:fld id="{24C8C45C-947F-4981-8B3F-4F32E973C901}" type="slidenum">
              <a:rPr lang="en-GB" smtClean="0"/>
              <a:pPr/>
              <a:t>1</a:t>
            </a:fld>
            <a:endParaRPr lang="en-GB" dirty="0"/>
          </a:p>
        </p:txBody>
      </p:sp>
    </p:spTree>
    <p:custDataLst>
      <p:custData r:id="rId1"/>
      <p:custData r:id="rId2"/>
    </p:custDataLst>
    <p:extLst>
      <p:ext uri="{BB962C8B-B14F-4D97-AF65-F5344CB8AC3E}">
        <p14:creationId xmlns:p14="http://schemas.microsoft.com/office/powerpoint/2010/main" val="2320714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2C528DB5-FDA2-5464-02B8-A7FA23B034F7}"/>
              </a:ext>
            </a:extLst>
          </p:cNvPr>
          <p:cNvSpPr>
            <a:spLocks noGrp="1"/>
          </p:cNvSpPr>
          <p:nvPr>
            <p:ph type="sldNum" sz="quarter" idx="17"/>
          </p:nvPr>
        </p:nvSpPr>
        <p:spPr/>
        <p:txBody>
          <a:bodyPr/>
          <a:lstStyle/>
          <a:p>
            <a:fld id="{103EA872-A674-449B-A120-B97244F8E91D}" type="slidenum">
              <a:rPr lang="en-GB" smtClean="0"/>
              <a:pPr/>
              <a:t>2</a:t>
            </a:fld>
            <a:endParaRPr lang="en-GB" dirty="0"/>
          </a:p>
        </p:txBody>
      </p:sp>
      <p:sp>
        <p:nvSpPr>
          <p:cNvPr id="14" name="Tekstfelt 13">
            <a:extLst>
              <a:ext uri="{FF2B5EF4-FFF2-40B4-BE49-F238E27FC236}">
                <a16:creationId xmlns:a16="http://schemas.microsoft.com/office/drawing/2014/main" id="{DCFA6030-D578-2509-E08C-CF4D9FD6BAE3}"/>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E281F9DD-8C08-F237-0E55-50092A0898C4}"/>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01EC9CCE-28F9-B7D2-0420-709665CC2BF0}"/>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r>
              <a:rPr lang="en-US" sz="700" b="1" dirty="0">
                <a:solidFill>
                  <a:schemeClr val="tx1"/>
                </a:solidFill>
                <a:latin typeface="Calibri"/>
                <a:cs typeface="Calibri"/>
              </a:rPr>
              <a:t>Goal: </a:t>
            </a:r>
            <a:r>
              <a:rPr lang="en-US" sz="700" b="0" dirty="0">
                <a:solidFill>
                  <a:srgbClr val="000000"/>
                </a:solidFill>
                <a:effectLst/>
                <a:latin typeface="Calibri"/>
                <a:cs typeface="Calibri"/>
              </a:rPr>
              <a:t>Reflect on your role within the team concerning:</a:t>
            </a:r>
            <a:endParaRPr lang="en-US" sz="700" b="1" dirty="0">
              <a:solidFill>
                <a:schemeClr val="tx1"/>
              </a:solidFill>
              <a:latin typeface="Calibri"/>
              <a:cs typeface="Calibri"/>
            </a:endParaRPr>
          </a:p>
          <a:p>
            <a:pPr marL="342900" indent="-342900" algn="l">
              <a:buFont typeface="+mj-lt"/>
              <a:buAutoNum type="alphaLcParenR"/>
            </a:pPr>
            <a:r>
              <a:rPr lang="en-US" sz="700" b="0" dirty="0">
                <a:solidFill>
                  <a:srgbClr val="000000"/>
                </a:solidFill>
                <a:effectLst/>
                <a:latin typeface="Calibri"/>
                <a:cs typeface="Calibri"/>
              </a:rPr>
              <a:t>What potential role and contribution would you like </a:t>
            </a:r>
            <a:r>
              <a:rPr lang="en-US" sz="700" dirty="0">
                <a:solidFill>
                  <a:srgbClr val="000000"/>
                </a:solidFill>
                <a:latin typeface="Calibri"/>
                <a:cs typeface="Calibri"/>
              </a:rPr>
              <a:t>to experience and deliver to gain the most from the course?</a:t>
            </a:r>
          </a:p>
          <a:p>
            <a:pPr marL="342900" indent="-342900" algn="l">
              <a:buFont typeface="+mj-lt"/>
              <a:buAutoNum type="alphaLcParenR"/>
            </a:pPr>
            <a:r>
              <a:rPr lang="en-US" sz="700" dirty="0">
                <a:solidFill>
                  <a:srgbClr val="000000"/>
                </a:solidFill>
                <a:latin typeface="Calibri"/>
                <a:cs typeface="Calibri"/>
              </a:rPr>
              <a:t>How do you align yourself with and play into the team’s expectations and performance? </a:t>
            </a:r>
            <a:endParaRPr lang="en-US" sz="700" dirty="0">
              <a:solidFill>
                <a:srgbClr val="000000"/>
              </a:solidFill>
              <a:latin typeface="Calibri" panose="020F0502020204030204" pitchFamily="34" charset="0"/>
              <a:cs typeface="Calibri" panose="020F0502020204030204" pitchFamily="34" charset="0"/>
            </a:endParaRPr>
          </a:p>
          <a:p>
            <a:r>
              <a:rPr lang="en-US" sz="700" b="1" dirty="0">
                <a:solidFill>
                  <a:schemeClr val="tx1"/>
                </a:solidFill>
                <a:latin typeface="Calibri"/>
                <a:cs typeface="Calibri"/>
              </a:rPr>
              <a:t>Consider: </a:t>
            </a:r>
            <a:r>
              <a:rPr lang="en-US" sz="700" dirty="0">
                <a:solidFill>
                  <a:srgbClr val="000000"/>
                </a:solidFill>
                <a:latin typeface="Calibri"/>
                <a:cs typeface="Calibri"/>
              </a:rPr>
              <a:t>T</a:t>
            </a:r>
            <a:r>
              <a:rPr lang="en-US" sz="700" b="0" dirty="0">
                <a:solidFill>
                  <a:srgbClr val="000000"/>
                </a:solidFill>
                <a:effectLst/>
                <a:latin typeface="Calibri"/>
                <a:cs typeface="Calibri"/>
              </a:rPr>
              <a:t>eam communication, time management expectations, adjustment for the next time, Conflict Resolution, and Decision-Making.</a:t>
            </a:r>
          </a:p>
        </p:txBody>
      </p:sp>
      <p:sp>
        <p:nvSpPr>
          <p:cNvPr id="17" name="Rektangel 16">
            <a:extLst>
              <a:ext uri="{FF2B5EF4-FFF2-40B4-BE49-F238E27FC236}">
                <a16:creationId xmlns:a16="http://schemas.microsoft.com/office/drawing/2014/main" id="{A9B3FC25-4924-AADE-82D0-4CBB76A776A0}"/>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BED47574-1408-A6F0-3B5A-D8316E8FEF38}"/>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57435CE5-64BB-01EC-06CF-C454264B63C4}"/>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489E57E7-C85C-BD86-692A-35CD3A41191B}"/>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5C1910DA-6D85-D791-F612-6C6265293C94}"/>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BA6832CF-FA64-221C-5722-60114938C76F}"/>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413E9AF1-6FEE-9459-C489-EF30E248FEF7}"/>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109B39C-93F4-02D1-087D-725F4A44F286}"/>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1795702-A2D2-B5E0-C422-B272CBEA8229}"/>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pic>
        <p:nvPicPr>
          <p:cNvPr id="8" name="Picture 7">
            <a:extLst>
              <a:ext uri="{FF2B5EF4-FFF2-40B4-BE49-F238E27FC236}">
                <a16:creationId xmlns:a16="http://schemas.microsoft.com/office/drawing/2014/main" id="{45963D2C-24D4-B161-CEFC-095E4498C0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54861" y="2186567"/>
            <a:ext cx="3177633" cy="4236844"/>
          </a:xfrm>
          <a:prstGeom prst="rect">
            <a:avLst/>
          </a:prstGeom>
        </p:spPr>
      </p:pic>
      <p:sp>
        <p:nvSpPr>
          <p:cNvPr id="11" name="TextBox 10">
            <a:extLst>
              <a:ext uri="{FF2B5EF4-FFF2-40B4-BE49-F238E27FC236}">
                <a16:creationId xmlns:a16="http://schemas.microsoft.com/office/drawing/2014/main" id="{A0691353-F349-590D-73F5-509D9D35F19C}"/>
              </a:ext>
            </a:extLst>
          </p:cNvPr>
          <p:cNvSpPr txBox="1"/>
          <p:nvPr/>
        </p:nvSpPr>
        <p:spPr>
          <a:xfrm>
            <a:off x="237978" y="2186567"/>
            <a:ext cx="8193104" cy="3795911"/>
          </a:xfrm>
          <a:prstGeom prst="rect">
            <a:avLst/>
          </a:prstGeom>
          <a:noFill/>
        </p:spPr>
        <p:txBody>
          <a:bodyPr wrap="square" lIns="0" tIns="0" rIns="0" bIns="0" rtlCol="0">
            <a:spAutoFit/>
          </a:bodyPr>
          <a:lstStyle/>
          <a:p>
            <a:pPr>
              <a:spcBef>
                <a:spcPts val="432"/>
              </a:spcBef>
            </a:pPr>
            <a:r>
              <a:rPr lang="en-DK" sz="2000" dirty="0">
                <a:latin typeface="+mn-lt"/>
              </a:rPr>
              <a:t>The role I was given in the personality test was "Executive", meaning I am the kind of person who likes a structured setup with clearly defined goals, enjoys efficient, no-nonsense work, and has a strong sense of responsibility.</a:t>
            </a:r>
            <a:endParaRPr lang="en-US" sz="2000" dirty="0">
              <a:latin typeface="+mn-lt"/>
            </a:endParaRPr>
          </a:p>
          <a:p>
            <a:pPr>
              <a:spcBef>
                <a:spcPts val="432"/>
              </a:spcBef>
            </a:pPr>
            <a:endParaRPr lang="en-DK" sz="2000" dirty="0">
              <a:latin typeface="+mn-lt"/>
            </a:endParaRPr>
          </a:p>
          <a:p>
            <a:pPr>
              <a:spcBef>
                <a:spcPts val="432"/>
              </a:spcBef>
            </a:pPr>
            <a:r>
              <a:rPr lang="en-DK" sz="2000" dirty="0">
                <a:latin typeface="+mn-lt"/>
              </a:rPr>
              <a:t>Throughout this course, I would like to explore the role of an organiser and driver within the team, as someone who takes responsibility for planning, sets clear milestones, and makes sure we actually deliver on what we agree. I believe this is where I can contribute most, but I also see that this might create problems for the innovation process, since innovation takes time and is not something you can push through. This is something I will keep in mind throughout the entire course.</a:t>
            </a:r>
          </a:p>
        </p:txBody>
      </p:sp>
      <p:sp>
        <p:nvSpPr>
          <p:cNvPr id="6" name="TextBox 5">
            <a:extLst>
              <a:ext uri="{FF2B5EF4-FFF2-40B4-BE49-F238E27FC236}">
                <a16:creationId xmlns:a16="http://schemas.microsoft.com/office/drawing/2014/main" id="{E3480281-7D49-8C4F-2421-8F0CCE65F44C}"/>
              </a:ext>
            </a:extLst>
          </p:cNvPr>
          <p:cNvSpPr txBox="1"/>
          <p:nvPr/>
        </p:nvSpPr>
        <p:spPr>
          <a:xfrm>
            <a:off x="2206774" y="260648"/>
            <a:ext cx="1080120" cy="246221"/>
          </a:xfrm>
          <a:prstGeom prst="rect">
            <a:avLst/>
          </a:prstGeom>
          <a:noFill/>
        </p:spPr>
        <p:txBody>
          <a:bodyPr wrap="square" lIns="0" tIns="0" rIns="0" bIns="0" rtlCol="0">
            <a:spAutoFit/>
          </a:bodyPr>
          <a:lstStyle/>
          <a:p>
            <a:pPr algn="l">
              <a:spcBef>
                <a:spcPts val="432"/>
              </a:spcBef>
            </a:pPr>
            <a:r>
              <a:rPr lang="da-DK" dirty="0">
                <a:latin typeface="+mn-lt"/>
              </a:rPr>
              <a:t>Part 1</a:t>
            </a:r>
          </a:p>
        </p:txBody>
      </p:sp>
    </p:spTree>
    <p:extLst>
      <p:ext uri="{BB962C8B-B14F-4D97-AF65-F5344CB8AC3E}">
        <p14:creationId xmlns:p14="http://schemas.microsoft.com/office/powerpoint/2010/main" val="420387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308EB-BB7D-F8F4-16CF-2633CA9DA567}"/>
            </a:ext>
          </a:extLst>
        </p:cNvPr>
        <p:cNvGrpSpPr/>
        <p:nvPr/>
      </p:nvGrpSpPr>
      <p:grpSpPr>
        <a:xfrm>
          <a:off x="0" y="0"/>
          <a:ext cx="0" cy="0"/>
          <a:chOff x="0" y="0"/>
          <a:chExt cx="0" cy="0"/>
        </a:xfrm>
      </p:grpSpPr>
      <p:sp>
        <p:nvSpPr>
          <p:cNvPr id="12" name="Pladsholder til slidenummer 11">
            <a:extLst>
              <a:ext uri="{FF2B5EF4-FFF2-40B4-BE49-F238E27FC236}">
                <a16:creationId xmlns:a16="http://schemas.microsoft.com/office/drawing/2014/main" id="{A3A4912B-80F7-10C4-E122-9F9CE31612D4}"/>
              </a:ext>
            </a:extLst>
          </p:cNvPr>
          <p:cNvSpPr>
            <a:spLocks noGrp="1"/>
          </p:cNvSpPr>
          <p:nvPr>
            <p:ph type="sldNum" sz="quarter" idx="17"/>
          </p:nvPr>
        </p:nvSpPr>
        <p:spPr/>
        <p:txBody>
          <a:bodyPr/>
          <a:lstStyle/>
          <a:p>
            <a:fld id="{103EA872-A674-449B-A120-B97244F8E91D}" type="slidenum">
              <a:rPr lang="en-GB" smtClean="0"/>
              <a:pPr/>
              <a:t>3</a:t>
            </a:fld>
            <a:endParaRPr lang="en-GB" dirty="0"/>
          </a:p>
        </p:txBody>
      </p:sp>
      <p:sp>
        <p:nvSpPr>
          <p:cNvPr id="14" name="Tekstfelt 13">
            <a:extLst>
              <a:ext uri="{FF2B5EF4-FFF2-40B4-BE49-F238E27FC236}">
                <a16:creationId xmlns:a16="http://schemas.microsoft.com/office/drawing/2014/main" id="{BD7982BB-364E-0C84-B7EE-548C81ECBD4F}"/>
              </a:ext>
            </a:extLst>
          </p:cNvPr>
          <p:cNvSpPr txBox="1">
            <a:spLocks noGrp="1" noRot="1" noMove="1" noResize="1" noEditPoints="1" noAdjustHandles="1" noChangeArrowheads="1" noChangeShapeType="1"/>
          </p:cNvSpPr>
          <p:nvPr/>
        </p:nvSpPr>
        <p:spPr>
          <a:xfrm>
            <a:off x="10343678" y="260648"/>
            <a:ext cx="1736054" cy="420628"/>
          </a:xfrm>
          <a:prstGeom prst="rect">
            <a:avLst/>
          </a:prstGeom>
          <a:noFill/>
        </p:spPr>
        <p:txBody>
          <a:bodyPr wrap="square" lIns="0" tIns="0" rIns="0" bIns="0" rtlCol="0">
            <a:spAutoFit/>
          </a:bodyPr>
          <a:lstStyle/>
          <a:p>
            <a:pPr algn="l">
              <a:spcBef>
                <a:spcPts val="432"/>
              </a:spcBef>
            </a:pPr>
            <a:r>
              <a:rPr lang="en-US" sz="1200" dirty="0">
                <a:solidFill>
                  <a:srgbClr val="FC7634"/>
                </a:solidFill>
                <a:latin typeface="+mn-lt"/>
              </a:rPr>
              <a:t>DTU Course:</a:t>
            </a:r>
          </a:p>
          <a:p>
            <a:pPr algn="l">
              <a:spcBef>
                <a:spcPts val="432"/>
              </a:spcBef>
            </a:pPr>
            <a:r>
              <a:rPr lang="en-US" sz="1200" dirty="0">
                <a:solidFill>
                  <a:srgbClr val="FC7634"/>
                </a:solidFill>
                <a:latin typeface="+mn-lt"/>
              </a:rPr>
              <a:t>Innovation in Engineering</a:t>
            </a:r>
          </a:p>
        </p:txBody>
      </p:sp>
      <p:sp>
        <p:nvSpPr>
          <p:cNvPr id="15" name="Rektangel 14">
            <a:extLst>
              <a:ext uri="{FF2B5EF4-FFF2-40B4-BE49-F238E27FC236}">
                <a16:creationId xmlns:a16="http://schemas.microsoft.com/office/drawing/2014/main" id="{C4144876-7002-57D4-7776-F7A6B16888E3}"/>
              </a:ext>
            </a:extLst>
          </p:cNvPr>
          <p:cNvSpPr>
            <a:spLocks noGrp="1" noRot="1" noMove="1" noResize="1" noEditPoints="1" noAdjustHandles="1" noChangeArrowheads="1" noChangeShapeType="1"/>
          </p:cNvSpPr>
          <p:nvPr/>
        </p:nvSpPr>
        <p:spPr>
          <a:xfrm>
            <a:off x="172024" y="2139206"/>
            <a:ext cx="8282564" cy="4320480"/>
          </a:xfrm>
          <a:prstGeom prst="rect">
            <a:avLst/>
          </a:prstGeom>
          <a:no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noAutofit/>
          </a:bodyPr>
          <a:lstStyle/>
          <a:p>
            <a:pPr>
              <a:spcBef>
                <a:spcPts val="0"/>
              </a:spcBef>
              <a:spcAft>
                <a:spcPts val="0"/>
              </a:spcAft>
            </a:pPr>
            <a:endParaRPr lang="en-US" sz="1100" b="0" i="0" dirty="0">
              <a:solidFill>
                <a:schemeClr val="tx1"/>
              </a:solidFill>
              <a:effectLst/>
              <a:latin typeface="Calibri" panose="020F0502020204030204" pitchFamily="34" charset="0"/>
              <a:cs typeface="Calibri" panose="020F0502020204030204" pitchFamily="34" charset="0"/>
            </a:endParaRPr>
          </a:p>
        </p:txBody>
      </p:sp>
      <p:sp>
        <p:nvSpPr>
          <p:cNvPr id="16" name="Rektangel 15">
            <a:extLst>
              <a:ext uri="{FF2B5EF4-FFF2-40B4-BE49-F238E27FC236}">
                <a16:creationId xmlns:a16="http://schemas.microsoft.com/office/drawing/2014/main" id="{84A75AFF-9AB7-D1E7-0923-5B348C7964A6}"/>
              </a:ext>
            </a:extLst>
          </p:cNvPr>
          <p:cNvSpPr>
            <a:spLocks noGrp="1" noRot="1" noMove="1" noResize="1" noEditPoints="1" noAdjustHandles="1" noChangeArrowheads="1" noChangeShapeType="1"/>
          </p:cNvSpPr>
          <p:nvPr/>
        </p:nvSpPr>
        <p:spPr>
          <a:xfrm>
            <a:off x="172023" y="1124744"/>
            <a:ext cx="8282565" cy="936104"/>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nchorCtr="0">
            <a:noAutofit/>
          </a:bodyPr>
          <a:lstStyle/>
          <a:p>
            <a:r>
              <a:rPr lang="en-US" sz="700" b="1" dirty="0">
                <a:solidFill>
                  <a:schemeClr val="tx1"/>
                </a:solidFill>
                <a:latin typeface="Calibri"/>
                <a:cs typeface="Calibri"/>
              </a:rPr>
              <a:t>Goal: </a:t>
            </a:r>
            <a:r>
              <a:rPr lang="en-US" sz="700" b="0" dirty="0">
                <a:solidFill>
                  <a:srgbClr val="000000"/>
                </a:solidFill>
                <a:effectLst/>
                <a:latin typeface="Calibri"/>
                <a:cs typeface="Calibri"/>
              </a:rPr>
              <a:t>Reflect on your role within the team concerning:</a:t>
            </a:r>
            <a:endParaRPr lang="en-US" sz="700" b="1" dirty="0">
              <a:solidFill>
                <a:schemeClr val="tx1"/>
              </a:solidFill>
              <a:latin typeface="Calibri"/>
              <a:cs typeface="Calibri"/>
            </a:endParaRPr>
          </a:p>
          <a:p>
            <a:pPr marL="342900" indent="-342900" algn="l">
              <a:buFont typeface="+mj-lt"/>
              <a:buAutoNum type="alphaLcParenR"/>
            </a:pPr>
            <a:r>
              <a:rPr lang="en-US" sz="700" b="0" dirty="0">
                <a:solidFill>
                  <a:srgbClr val="000000"/>
                </a:solidFill>
                <a:effectLst/>
                <a:latin typeface="Calibri"/>
                <a:cs typeface="Calibri"/>
              </a:rPr>
              <a:t>What potential role and contribution would you like </a:t>
            </a:r>
            <a:r>
              <a:rPr lang="en-US" sz="700" dirty="0">
                <a:solidFill>
                  <a:srgbClr val="000000"/>
                </a:solidFill>
                <a:latin typeface="Calibri"/>
                <a:cs typeface="Calibri"/>
              </a:rPr>
              <a:t>to experience and deliver to gain the most from the course?</a:t>
            </a:r>
          </a:p>
          <a:p>
            <a:pPr marL="342900" indent="-342900" algn="l">
              <a:buFont typeface="+mj-lt"/>
              <a:buAutoNum type="alphaLcParenR"/>
            </a:pPr>
            <a:r>
              <a:rPr lang="en-US" sz="700" dirty="0">
                <a:solidFill>
                  <a:srgbClr val="000000"/>
                </a:solidFill>
                <a:latin typeface="Calibri"/>
                <a:cs typeface="Calibri"/>
              </a:rPr>
              <a:t>How do you align yourself with and play into the team’s expectations and performance? </a:t>
            </a:r>
            <a:endParaRPr lang="en-US" sz="700" dirty="0">
              <a:solidFill>
                <a:srgbClr val="000000"/>
              </a:solidFill>
              <a:latin typeface="Calibri" panose="020F0502020204030204" pitchFamily="34" charset="0"/>
              <a:cs typeface="Calibri" panose="020F0502020204030204" pitchFamily="34" charset="0"/>
            </a:endParaRPr>
          </a:p>
          <a:p>
            <a:r>
              <a:rPr lang="en-US" sz="700" b="1" dirty="0">
                <a:solidFill>
                  <a:schemeClr val="tx1"/>
                </a:solidFill>
                <a:latin typeface="Calibri"/>
                <a:cs typeface="Calibri"/>
              </a:rPr>
              <a:t>Consider: </a:t>
            </a:r>
            <a:r>
              <a:rPr lang="en-US" sz="700" dirty="0">
                <a:solidFill>
                  <a:srgbClr val="000000"/>
                </a:solidFill>
                <a:latin typeface="Calibri"/>
                <a:cs typeface="Calibri"/>
              </a:rPr>
              <a:t>T</a:t>
            </a:r>
            <a:r>
              <a:rPr lang="en-US" sz="700" b="0" dirty="0">
                <a:solidFill>
                  <a:srgbClr val="000000"/>
                </a:solidFill>
                <a:effectLst/>
                <a:latin typeface="Calibri"/>
                <a:cs typeface="Calibri"/>
              </a:rPr>
              <a:t>eam communication, time management expectations, adjustment for the next time, Conflict Resolution, and Decision-Making.</a:t>
            </a:r>
          </a:p>
        </p:txBody>
      </p:sp>
      <p:sp>
        <p:nvSpPr>
          <p:cNvPr id="17" name="Rektangel 16">
            <a:extLst>
              <a:ext uri="{FF2B5EF4-FFF2-40B4-BE49-F238E27FC236}">
                <a16:creationId xmlns:a16="http://schemas.microsoft.com/office/drawing/2014/main" id="{42A85670-53A9-8FBE-43A4-3E3F2BBA579B}"/>
              </a:ext>
            </a:extLst>
          </p:cNvPr>
          <p:cNvSpPr>
            <a:spLocks noGrp="1" noRot="1" noMove="1" noResize="1" noEditPoints="1" noAdjustHandles="1" noChangeArrowheads="1" noChangeShapeType="1"/>
          </p:cNvSpPr>
          <p:nvPr/>
        </p:nvSpPr>
        <p:spPr>
          <a:xfrm>
            <a:off x="8536670" y="1127768"/>
            <a:ext cx="3535200" cy="93308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nchorCtr="0">
            <a:normAutofit/>
          </a:bodyPr>
          <a:lstStyle/>
          <a:p>
            <a:r>
              <a:rPr lang="en-US" sz="1200" b="1" dirty="0">
                <a:solidFill>
                  <a:schemeClr val="tx1"/>
                </a:solidFill>
                <a:latin typeface="Calibri" panose="020F0502020204030204" pitchFamily="34" charset="0"/>
                <a:cs typeface="Calibri" panose="020F0502020204030204" pitchFamily="34" charset="0"/>
              </a:rPr>
              <a:t>Student name: Hákon Hlynsson </a:t>
            </a:r>
          </a:p>
          <a:p>
            <a:r>
              <a:rPr lang="en-US" sz="1200" b="1" dirty="0">
                <a:solidFill>
                  <a:schemeClr val="tx1"/>
                </a:solidFill>
                <a:latin typeface="Calibri" panose="020F0502020204030204" pitchFamily="34" charset="0"/>
                <a:cs typeface="Calibri" panose="020F0502020204030204" pitchFamily="34" charset="0"/>
              </a:rPr>
              <a:t>Student nr.: S225765</a:t>
            </a:r>
          </a:p>
        </p:txBody>
      </p:sp>
      <p:sp>
        <p:nvSpPr>
          <p:cNvPr id="2" name="Rektangel 8">
            <a:extLst>
              <a:ext uri="{FF2B5EF4-FFF2-40B4-BE49-F238E27FC236}">
                <a16:creationId xmlns:a16="http://schemas.microsoft.com/office/drawing/2014/main" id="{6C8BC75F-9C35-88D4-F5D8-29A45C64185A}"/>
              </a:ext>
            </a:extLst>
          </p:cNvPr>
          <p:cNvSpPr>
            <a:spLocks noGrp="1" noRot="1" noMove="1" noResize="1" noEditPoints="1" noAdjustHandles="1" noChangeArrowheads="1" noChangeShapeType="1"/>
          </p:cNvSpPr>
          <p:nvPr/>
        </p:nvSpPr>
        <p:spPr>
          <a:xfrm>
            <a:off x="8536670" y="4383287"/>
            <a:ext cx="3535200" cy="2094046"/>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9" name="Rektangel 8">
            <a:extLst>
              <a:ext uri="{FF2B5EF4-FFF2-40B4-BE49-F238E27FC236}">
                <a16:creationId xmlns:a16="http://schemas.microsoft.com/office/drawing/2014/main" id="{4A5E0D7D-26EF-7F7D-83A2-94CFBCD09EC8}"/>
              </a:ext>
            </a:extLst>
          </p:cNvPr>
          <p:cNvSpPr>
            <a:spLocks/>
          </p:cNvSpPr>
          <p:nvPr/>
        </p:nvSpPr>
        <p:spPr>
          <a:xfrm>
            <a:off x="8536670" y="2132857"/>
            <a:ext cx="3535200" cy="2152932"/>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nvGrpSpPr>
          <p:cNvPr id="7" name="Group 6">
            <a:extLst>
              <a:ext uri="{FF2B5EF4-FFF2-40B4-BE49-F238E27FC236}">
                <a16:creationId xmlns:a16="http://schemas.microsoft.com/office/drawing/2014/main" id="{F01A3EAB-64C1-CA92-AD96-A2353839B002}"/>
              </a:ext>
            </a:extLst>
          </p:cNvPr>
          <p:cNvGrpSpPr/>
          <p:nvPr/>
        </p:nvGrpSpPr>
        <p:grpSpPr>
          <a:xfrm>
            <a:off x="9349233" y="4504847"/>
            <a:ext cx="1988889" cy="1676424"/>
            <a:chOff x="9349233" y="4504847"/>
            <a:chExt cx="1988889" cy="1676424"/>
          </a:xfrm>
        </p:grpSpPr>
        <p:pic>
          <p:nvPicPr>
            <p:cNvPr id="3" name="Grafik 12" descr="Billede med massiv udfyldning">
              <a:extLst>
                <a:ext uri="{FF2B5EF4-FFF2-40B4-BE49-F238E27FC236}">
                  <a16:creationId xmlns:a16="http://schemas.microsoft.com/office/drawing/2014/main" id="{AA2B0097-E42E-E0B0-951F-971003E4E883}"/>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4504847"/>
              <a:ext cx="1988889" cy="1571057"/>
            </a:xfrm>
            <a:prstGeom prst="rect">
              <a:avLst/>
            </a:prstGeom>
          </p:spPr>
        </p:pic>
        <p:sp>
          <p:nvSpPr>
            <p:cNvPr id="4" name="Tekstfelt 17">
              <a:extLst>
                <a:ext uri="{FF2B5EF4-FFF2-40B4-BE49-F238E27FC236}">
                  <a16:creationId xmlns:a16="http://schemas.microsoft.com/office/drawing/2014/main" id="{86D2F784-6B14-5FB5-DA3F-621AF1262B28}"/>
                </a:ext>
              </a:extLst>
            </p:cNvPr>
            <p:cNvSpPr txBox="1">
              <a:spLocks/>
            </p:cNvSpPr>
            <p:nvPr/>
          </p:nvSpPr>
          <p:spPr>
            <a:xfrm>
              <a:off x="9503524" y="5842717"/>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grpSp>
      <p:grpSp>
        <p:nvGrpSpPr>
          <p:cNvPr id="10" name="Group 9">
            <a:extLst>
              <a:ext uri="{FF2B5EF4-FFF2-40B4-BE49-F238E27FC236}">
                <a16:creationId xmlns:a16="http://schemas.microsoft.com/office/drawing/2014/main" id="{24DE3FB1-BB3B-F872-78F6-650ED96A3E82}"/>
              </a:ext>
            </a:extLst>
          </p:cNvPr>
          <p:cNvGrpSpPr/>
          <p:nvPr/>
        </p:nvGrpSpPr>
        <p:grpSpPr>
          <a:xfrm>
            <a:off x="9349233" y="2230355"/>
            <a:ext cx="1988889" cy="1740334"/>
            <a:chOff x="9349233" y="2230355"/>
            <a:chExt cx="1988889" cy="1740334"/>
          </a:xfrm>
        </p:grpSpPr>
        <p:sp>
          <p:nvSpPr>
            <p:cNvPr id="18" name="Tekstfelt 17">
              <a:extLst>
                <a:ext uri="{FF2B5EF4-FFF2-40B4-BE49-F238E27FC236}">
                  <a16:creationId xmlns:a16="http://schemas.microsoft.com/office/drawing/2014/main" id="{3DE50323-30B9-8616-D303-9962DB1D5447}"/>
                </a:ext>
              </a:extLst>
            </p:cNvPr>
            <p:cNvSpPr txBox="1">
              <a:spLocks/>
            </p:cNvSpPr>
            <p:nvPr/>
          </p:nvSpPr>
          <p:spPr>
            <a:xfrm>
              <a:off x="9503524" y="3632135"/>
              <a:ext cx="1681582" cy="338554"/>
            </a:xfrm>
            <a:prstGeom prst="rect">
              <a:avLst/>
            </a:prstGeom>
            <a:noFill/>
            <a:ln>
              <a:noFill/>
            </a:ln>
          </p:spPr>
          <p:txBody>
            <a:bodyPr wrap="square" rtlCol="0">
              <a:spAutoFit/>
            </a:bodyPr>
            <a:lstStyle/>
            <a:p>
              <a:pPr algn="ctr"/>
              <a:r>
                <a:rPr lang="en-US" dirty="0">
                  <a:solidFill>
                    <a:schemeClr val="bg1">
                      <a:lumMod val="65000"/>
                    </a:schemeClr>
                  </a:solidFill>
                  <a:latin typeface="+mj-lt"/>
                  <a:cs typeface="Calibri" panose="020F0502020204030204" pitchFamily="34" charset="0"/>
                </a:rPr>
                <a:t>Insert Image</a:t>
              </a:r>
            </a:p>
          </p:txBody>
        </p:sp>
        <p:pic>
          <p:nvPicPr>
            <p:cNvPr id="5" name="Grafik 12" descr="Billede med massiv udfyldning">
              <a:extLst>
                <a:ext uri="{FF2B5EF4-FFF2-40B4-BE49-F238E27FC236}">
                  <a16:creationId xmlns:a16="http://schemas.microsoft.com/office/drawing/2014/main" id="{68FBC795-61FB-8FE2-BD53-11FD4E0B2338}"/>
                </a:ext>
              </a:extLst>
            </p:cNvPr>
            <p:cNvPicPr>
              <a:picLocks/>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49233" y="2230355"/>
              <a:ext cx="1988889" cy="1571057"/>
            </a:xfrm>
            <a:prstGeom prst="rect">
              <a:avLst/>
            </a:prstGeom>
          </p:spPr>
        </p:pic>
      </p:grpSp>
      <p:pic>
        <p:nvPicPr>
          <p:cNvPr id="8" name="Picture 7">
            <a:extLst>
              <a:ext uri="{FF2B5EF4-FFF2-40B4-BE49-F238E27FC236}">
                <a16:creationId xmlns:a16="http://schemas.microsoft.com/office/drawing/2014/main" id="{A6309B73-BA7C-A17D-EF85-3BC8938579C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54861" y="2186567"/>
            <a:ext cx="3177633" cy="4236844"/>
          </a:xfrm>
          <a:prstGeom prst="rect">
            <a:avLst/>
          </a:prstGeom>
        </p:spPr>
      </p:pic>
      <p:sp>
        <p:nvSpPr>
          <p:cNvPr id="11" name="TextBox 10">
            <a:extLst>
              <a:ext uri="{FF2B5EF4-FFF2-40B4-BE49-F238E27FC236}">
                <a16:creationId xmlns:a16="http://schemas.microsoft.com/office/drawing/2014/main" id="{4CA695A7-241D-6B7A-AB01-22E637ED2C3E}"/>
              </a:ext>
            </a:extLst>
          </p:cNvPr>
          <p:cNvSpPr txBox="1"/>
          <p:nvPr/>
        </p:nvSpPr>
        <p:spPr>
          <a:xfrm>
            <a:off x="237978" y="2186567"/>
            <a:ext cx="8193104" cy="4401205"/>
          </a:xfrm>
          <a:prstGeom prst="rect">
            <a:avLst/>
          </a:prstGeom>
          <a:noFill/>
        </p:spPr>
        <p:txBody>
          <a:bodyPr wrap="square" lIns="0" tIns="0" rIns="0" bIns="0" rtlCol="0">
            <a:spAutoFit/>
          </a:bodyPr>
          <a:lstStyle/>
          <a:p>
            <a:pPr>
              <a:spcBef>
                <a:spcPts val="432"/>
              </a:spcBef>
            </a:pPr>
            <a:r>
              <a:rPr lang="en-DK" sz="2000" dirty="0">
                <a:latin typeface="+mn-lt"/>
              </a:rPr>
              <a:t>To align myself with the team's expectations, I will follow the established group contract regarding our communication channel (WhatsApp), deadlines, and how we divide tasks. Regarding time management, I will show up prepared and on time (9:00 if nothing else is planned), and I expect the same from others, unless something else has been agreed.</a:t>
            </a:r>
            <a:endParaRPr lang="en-US" sz="2000" dirty="0">
              <a:latin typeface="+mn-lt"/>
            </a:endParaRPr>
          </a:p>
          <a:p>
            <a:pPr>
              <a:spcBef>
                <a:spcPts val="432"/>
              </a:spcBef>
            </a:pPr>
            <a:endParaRPr lang="en-DK" sz="2000" dirty="0">
              <a:latin typeface="+mn-lt"/>
            </a:endParaRPr>
          </a:p>
          <a:p>
            <a:pPr>
              <a:spcBef>
                <a:spcPts val="432"/>
              </a:spcBef>
            </a:pPr>
            <a:r>
              <a:rPr lang="en-DK" sz="2000" dirty="0">
                <a:latin typeface="+mn-lt"/>
              </a:rPr>
              <a:t>If conflicts arise, my instinct as an "Executive" is to solve them quickly and directly. I see the value in that, but I want to make sure conflicts are resolved fairly, where everyone's perspective is heard. When making decisions, I will push for choices based on clear criteria, while ensuring all team members actively participate in the discussion. I will consider my work a success if we as a team deliver a project that everyone has contributed to and is proud to be a part of.</a:t>
            </a:r>
          </a:p>
          <a:p>
            <a:pPr>
              <a:spcBef>
                <a:spcPts val="432"/>
              </a:spcBef>
            </a:pPr>
            <a:endParaRPr lang="en-US" dirty="0">
              <a:latin typeface="+mn-lt"/>
            </a:endParaRPr>
          </a:p>
        </p:txBody>
      </p:sp>
      <p:sp>
        <p:nvSpPr>
          <p:cNvPr id="6" name="TextBox 5">
            <a:extLst>
              <a:ext uri="{FF2B5EF4-FFF2-40B4-BE49-F238E27FC236}">
                <a16:creationId xmlns:a16="http://schemas.microsoft.com/office/drawing/2014/main" id="{19A66C6D-551A-FB6C-213A-253CAF1956A3}"/>
              </a:ext>
            </a:extLst>
          </p:cNvPr>
          <p:cNvSpPr txBox="1"/>
          <p:nvPr/>
        </p:nvSpPr>
        <p:spPr>
          <a:xfrm>
            <a:off x="2134766" y="332656"/>
            <a:ext cx="648072" cy="246221"/>
          </a:xfrm>
          <a:prstGeom prst="rect">
            <a:avLst/>
          </a:prstGeom>
          <a:noFill/>
        </p:spPr>
        <p:txBody>
          <a:bodyPr wrap="square" lIns="0" tIns="0" rIns="0" bIns="0" rtlCol="0">
            <a:spAutoFit/>
          </a:bodyPr>
          <a:lstStyle/>
          <a:p>
            <a:pPr algn="l">
              <a:spcBef>
                <a:spcPts val="432"/>
              </a:spcBef>
            </a:pPr>
            <a:r>
              <a:rPr lang="da-DK" dirty="0">
                <a:latin typeface="+mn-lt"/>
              </a:rPr>
              <a:t>Part 2</a:t>
            </a:r>
          </a:p>
        </p:txBody>
      </p:sp>
    </p:spTree>
    <p:extLst>
      <p:ext uri="{BB962C8B-B14F-4D97-AF65-F5344CB8AC3E}">
        <p14:creationId xmlns:p14="http://schemas.microsoft.com/office/powerpoint/2010/main" val="58515319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DNEW" val="False"/>
</p:tagLst>
</file>

<file path=ppt/tags/tag2.xml><?xml version="1.0" encoding="utf-8"?>
<p:tagLst xmlns:a="http://schemas.openxmlformats.org/drawingml/2006/main" xmlns:r="http://schemas.openxmlformats.org/officeDocument/2006/relationships" xmlns:p="http://schemas.openxmlformats.org/presentationml/2006/main">
  <p:tag name="SHAPE_LOCKS" val="0"/>
</p:tagLst>
</file>

<file path=ppt/tags/tag3.xml><?xml version="1.0" encoding="utf-8"?>
<p:tagLst xmlns:a="http://schemas.openxmlformats.org/drawingml/2006/main" xmlns:r="http://schemas.openxmlformats.org/officeDocument/2006/relationships" xmlns:p="http://schemas.openxmlformats.org/presentationml/2006/main">
  <p:tag name="SHAPE_LOCKS" val="0"/>
</p:tagLst>
</file>

<file path=ppt/tags/tag4.xml><?xml version="1.0" encoding="utf-8"?>
<p:tagLst xmlns:a="http://schemas.openxmlformats.org/drawingml/2006/main" xmlns:r="http://schemas.openxmlformats.org/officeDocument/2006/relationships" xmlns:p="http://schemas.openxmlformats.org/presentationml/2006/main">
  <p:tag name="SHAPE_LOCKS" val="0"/>
</p:tagLst>
</file>

<file path=ppt/tags/tag5.xml><?xml version="1.0" encoding="utf-8"?>
<p:tagLst xmlns:a="http://schemas.openxmlformats.org/drawingml/2006/main" xmlns:r="http://schemas.openxmlformats.org/officeDocument/2006/relationships" xmlns:p="http://schemas.openxmlformats.org/presentationml/2006/main">
  <p:tag name="SHAPE_LOCKS" val="0"/>
</p:tagLst>
</file>

<file path=ppt/theme/theme1.xml><?xml version="1.0" encoding="utf-8"?>
<a:theme xmlns:a="http://schemas.openxmlformats.org/drawingml/2006/main" name="Blank">
  <a:themeElements>
    <a:clrScheme name="DTU">
      <a:dk1>
        <a:srgbClr val="000000"/>
      </a:dk1>
      <a:lt1>
        <a:srgbClr val="FFFFFF"/>
      </a:lt1>
      <a:dk2>
        <a:srgbClr val="990000"/>
      </a:dk2>
      <a:lt2>
        <a:srgbClr val="79238E"/>
      </a:lt2>
      <a:accent1>
        <a:srgbClr val="990000"/>
      </a:accent1>
      <a:accent2>
        <a:srgbClr val="2F3EEA"/>
      </a:accent2>
      <a:accent3>
        <a:srgbClr val="1FD082"/>
      </a:accent3>
      <a:accent4>
        <a:srgbClr val="171748"/>
      </a:accent4>
      <a:accent5>
        <a:srgbClr val="F6D04D"/>
      </a:accent5>
      <a:accent6>
        <a:srgbClr val="FC7634"/>
      </a:accent6>
      <a:hlink>
        <a:srgbClr val="2F3EEA"/>
      </a:hlink>
      <a:folHlink>
        <a:srgbClr val="990000"/>
      </a:folHlink>
    </a:clrScheme>
    <a:fontScheme name="DT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C7634"/>
        </a:solidFill>
        <a:ln w="9525" cap="flat" cmpd="sng" algn="ctr">
          <a:solidFill>
            <a:schemeClr val="accent6"/>
          </a:solidFill>
          <a:prstDash val="solid"/>
          <a:miter lim="800000"/>
          <a:headEnd type="none" w="med" len="med"/>
          <a:tailEnd type="none" w="med" len="med"/>
        </a:ln>
        <a:effectLst/>
      </a:spPr>
      <a:bodyPr rot="0" spcFirstLastPara="0" vertOverflow="overflow" horzOverflow="overflow" vert="horz" wrap="square" lIns="90000" tIns="46800" rIns="90000" bIns="46800" numCol="1" spcCol="0" rtlCol="0" fromWordArt="0" anchor="ctr" anchorCtr="0" forceAA="0" compatLnSpc="1">
        <a:prstTxWarp prst="textNoShape">
          <a:avLst/>
        </a:prstTxWarp>
        <a:noAutofit/>
      </a:bodyPr>
      <a:lstStyle>
        <a:defPPr marL="0" marR="0" indent="0" algn="ctr" defTabSz="914400" rtl="0" eaLnBrk="1" fontAlgn="base" latinLnBrk="0" hangingPunct="1">
          <a:lnSpc>
            <a:spcPct val="100000"/>
          </a:lnSpc>
          <a:spcBef>
            <a:spcPts val="432"/>
          </a:spcBef>
          <a:spcAft>
            <a:spcPct val="0"/>
          </a:spcAft>
          <a:buClrTx/>
          <a:buSzTx/>
          <a:buFontTx/>
          <a:buNone/>
          <a:tabLst/>
          <a:defRPr kumimoji="0" sz="1600" b="0" i="0" u="none" strike="noStrike" cap="none" normalizeH="0" baseline="0" dirty="0" err="1" smtClean="0">
            <a:ln>
              <a:noFill/>
            </a:ln>
            <a:solidFill>
              <a:srgbClr val="FFFFFF"/>
            </a:solidFill>
            <a:effectLst/>
            <a:latin typeface="+mn-lt"/>
            <a:ea typeface="ＭＳ Ｐゴシック" pitchFamily="-80" charset="-128"/>
          </a:defRPr>
        </a:defPPr>
      </a:lstStyle>
    </a:spDef>
    <a:lnDef>
      <a:spPr bwMode="auto">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lIns="0" tIns="0" rIns="0" bIns="0" rtlCol="0">
        <a:spAutoFit/>
      </a:bodyPr>
      <a:lstStyle>
        <a:defPPr algn="l">
          <a:spcBef>
            <a:spcPts val="432"/>
          </a:spcBef>
          <a:defRPr dirty="0" err="1" smtClean="0">
            <a:latin typeface="+mn-lt"/>
          </a:defRPr>
        </a:defPPr>
      </a:lstStyle>
    </a:txDef>
  </a:objectDefaults>
  <a:extraClrSchemeLst/>
  <a:extLst>
    <a:ext uri="{05A4C25C-085E-4340-85A3-A5531E510DB2}">
      <thm15:themeFamily xmlns:thm15="http://schemas.microsoft.com/office/thememl/2012/main" name="DTU Template 16_9 - Orange-ENG.potx" id="{FC863BC2-690C-4C19-BE61-1C7D6FA0E467}" vid="{5FDB9140-52A3-43FC-A1A7-0C1C85028B7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TemplafyTemplateConfiguration><![CDATA[{"elementsMetadata":[],"transformationConfigurations":[{"language":"{{DocumentLanguage}}","disableUpdates":false,"type":"proofingLanguage"}],"templateName":"DTU Template 16_9 - Orange","templateDescription":"","enableDocumentContentUpdater":true,"version":"1.2"}]]></TemplafyTemplateConfiguration>
</file>

<file path=customXml/item2.xml><?xml version="1.0" encoding="utf-8"?>
<ct:contentTypeSchema xmlns:ct="http://schemas.microsoft.com/office/2006/metadata/contentType" xmlns:ma="http://schemas.microsoft.com/office/2006/metadata/properties/metaAttributes" ct:_="" ma:_="" ma:contentTypeName="Dokument" ma:contentTypeID="0x010100F0A3C6144C115541AC885472F0E3FAC2" ma:contentTypeVersion="8" ma:contentTypeDescription="Opret et nyt dokument." ma:contentTypeScope="" ma:versionID="08dafc8d4aabb9f20cf757de641072e7">
  <xsd:schema xmlns:xsd="http://www.w3.org/2001/XMLSchema" xmlns:xs="http://www.w3.org/2001/XMLSchema" xmlns:p="http://schemas.microsoft.com/office/2006/metadata/properties" xmlns:ns3="71af0480-6479-4db4-b959-6420ae64f7bf" xmlns:ns4="9634073c-cb5d-48c1-ad27-2327b858af8e" targetNamespace="http://schemas.microsoft.com/office/2006/metadata/properties" ma:root="true" ma:fieldsID="f2f7c36811c3883bcd437fbe90ec4051" ns3:_="" ns4:_="">
    <xsd:import namespace="71af0480-6479-4db4-b959-6420ae64f7bf"/>
    <xsd:import namespace="9634073c-cb5d-48c1-ad27-2327b858af8e"/>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0480-6479-4db4-b959-6420ae64f7b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34073c-cb5d-48c1-ad27-2327b858af8e" elementFormDefault="qualified">
    <xsd:import namespace="http://schemas.microsoft.com/office/2006/documentManagement/types"/>
    <xsd:import namespace="http://schemas.microsoft.com/office/infopath/2007/PartnerControls"/>
    <xsd:element name="SharedWithUsers" ma:index="12"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Delt med detaljer" ma:internalName="SharedWithDetails" ma:readOnly="true">
      <xsd:simpleType>
        <xsd:restriction base="dms:Note">
          <xsd:maxLength value="255"/>
        </xsd:restriction>
      </xsd:simpleType>
    </xsd:element>
    <xsd:element name="SharingHintHash" ma:index="14" nillable="true" ma:displayName="Hashværdi for deling"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TemplafyFormConfiguration><![CDATA[{"formFields":[{"required":false,"type":"datePicker","name":"Date","label":"Date","helpTexts":{"prefix":"","postfix":""},"spacing":{},"fullyQualifiedName":"Date"},{"required":false,"placeholder":"","lines":0,"type":"textBox","name":"PresentationTitle","label":"Presentation title","helpTexts":{"prefix":"","postfix":""},"spacing":{},"fullyQualifiedName":"PresentationTitle"}],"formDataEntries":[]}]]></TemplafyFormConfiguratio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emplafySlideTemplateConfiguration><![CDATA[{"elementsMetadata":[],"documentContentValidatorConfiguration":{"enableDocumentContentValidator":false,"documentContentValidatorVersion":0},"slideId":"636957681830325549","enableDocumentContentUpdater":true,"version":"1.2"}]]></TemplafySlideTemplateConfiguration>
</file>

<file path=customXml/item6.xml><?xml version="1.0" encoding="utf-8"?>
<p:properties xmlns:p="http://schemas.microsoft.com/office/2006/metadata/properties" xmlns:xsi="http://www.w3.org/2001/XMLSchema-instance" xmlns:pc="http://schemas.microsoft.com/office/infopath/2007/PartnerControls">
  <documentManagement>
    <_activity xmlns="71af0480-6479-4db4-b959-6420ae64f7bf" xsi:nil="true"/>
  </documentManagement>
</p:properties>
</file>

<file path=customXml/item7.xml><?xml version="1.0" encoding="utf-8"?>
<TemplafySlideFormConfiguration><![CDATA[{"formFields":[],"formDataEntries":[]}]]></TemplafySlideFormConfiguration>
</file>

<file path=customXml/itemProps1.xml><?xml version="1.0" encoding="utf-8"?>
<ds:datastoreItem xmlns:ds="http://schemas.openxmlformats.org/officeDocument/2006/customXml" ds:itemID="{1334258C-C3E7-4029-A615-C886A240FB15}">
  <ds:schemaRefs/>
</ds:datastoreItem>
</file>

<file path=customXml/itemProps2.xml><?xml version="1.0" encoding="utf-8"?>
<ds:datastoreItem xmlns:ds="http://schemas.openxmlformats.org/officeDocument/2006/customXml" ds:itemID="{256B6435-AD2C-466F-85B3-A6C2B73ECE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0480-6479-4db4-b959-6420ae64f7bf"/>
    <ds:schemaRef ds:uri="9634073c-cb5d-48c1-ad27-2327b858af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380D25-DF6E-4164-BBCB-B0CC432066AA}">
  <ds:schemaRefs/>
</ds:datastoreItem>
</file>

<file path=customXml/itemProps4.xml><?xml version="1.0" encoding="utf-8"?>
<ds:datastoreItem xmlns:ds="http://schemas.openxmlformats.org/officeDocument/2006/customXml" ds:itemID="{E6F74363-E879-4779-8517-AE92C87DFD56}">
  <ds:schemaRefs>
    <ds:schemaRef ds:uri="http://schemas.microsoft.com/sharepoint/v3/contenttype/forms"/>
  </ds:schemaRefs>
</ds:datastoreItem>
</file>

<file path=customXml/itemProps5.xml><?xml version="1.0" encoding="utf-8"?>
<ds:datastoreItem xmlns:ds="http://schemas.openxmlformats.org/officeDocument/2006/customXml" ds:itemID="{64167C79-4424-41FD-A23D-1FFDFC31709F}">
  <ds:schemaRefs/>
</ds:datastoreItem>
</file>

<file path=customXml/itemProps6.xml><?xml version="1.0" encoding="utf-8"?>
<ds:datastoreItem xmlns:ds="http://schemas.openxmlformats.org/officeDocument/2006/customXml" ds:itemID="{311D8F69-5ECA-484A-9843-D7A9FA07A633}">
  <ds:schemaRefs>
    <ds:schemaRef ds:uri="http://schemas.microsoft.com/office/2006/documentManagement/types"/>
    <ds:schemaRef ds:uri="http://www.w3.org/XML/1998/namespace"/>
    <ds:schemaRef ds:uri="http://schemas.microsoft.com/office/infopath/2007/PartnerControls"/>
    <ds:schemaRef ds:uri="http://schemas.microsoft.com/office/2006/metadata/properties"/>
    <ds:schemaRef ds:uri="http://purl.org/dc/terms/"/>
    <ds:schemaRef ds:uri="71af0480-6479-4db4-b959-6420ae64f7bf"/>
    <ds:schemaRef ds:uri="http://purl.org/dc/elements/1.1/"/>
    <ds:schemaRef ds:uri="http://purl.org/dc/dcmitype/"/>
    <ds:schemaRef ds:uri="http://schemas.openxmlformats.org/package/2006/metadata/core-properties"/>
    <ds:schemaRef ds:uri="9634073c-cb5d-48c1-ad27-2327b858af8e"/>
  </ds:schemaRefs>
</ds:datastoreItem>
</file>

<file path=customXml/itemProps7.xml><?xml version="1.0" encoding="utf-8"?>
<ds:datastoreItem xmlns:ds="http://schemas.openxmlformats.org/officeDocument/2006/customXml" ds:itemID="{98A8915E-5650-4CB3-AE25-656C5753629D}">
  <ds:schemaRefs/>
</ds:datastoreItem>
</file>

<file path=docProps/app.xml><?xml version="1.0" encoding="utf-8"?>
<Properties xmlns="http://schemas.openxmlformats.org/officeDocument/2006/extended-properties" xmlns:vt="http://schemas.openxmlformats.org/officeDocument/2006/docPropsVTypes">
  <Template>DTU Template 16_9 - Orange-ENG</Template>
  <TotalTime>1333</TotalTime>
  <Words>486</Words>
  <Application>Microsoft Office PowerPoint</Application>
  <PresentationFormat>Custom</PresentationFormat>
  <Paragraphs>35</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Verdana</vt:lpstr>
      <vt:lpstr>Blank</vt:lpstr>
      <vt:lpstr>Progress Report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Progress Report</dc:title>
  <dc:creator>Henrik Jørgensen</dc:creator>
  <cp:lastModifiedBy>Hákon Hlynsson</cp:lastModifiedBy>
  <cp:revision>8</cp:revision>
  <dcterms:created xsi:type="dcterms:W3CDTF">2024-05-06T14:25:34Z</dcterms:created>
  <dcterms:modified xsi:type="dcterms:W3CDTF">2026-08-05T07:02:51Z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dIsCodeFreeTemplate">
    <vt:lpwstr>True</vt:lpwstr>
  </property>
  <property fmtid="{D5CDD505-2E9C-101B-9397-08002B2CF9AE}" pid="3" name="TemplafyTimeStamp">
    <vt:lpwstr>2019-06-10T12:56:22.6932297Z</vt:lpwstr>
  </property>
  <property fmtid="{D5CDD505-2E9C-101B-9397-08002B2CF9AE}" pid="4" name="ContentTypeId">
    <vt:lpwstr>0x010100F0A3C6144C115541AC885472F0E3FAC2</vt:lpwstr>
  </property>
</Properties>
</file>