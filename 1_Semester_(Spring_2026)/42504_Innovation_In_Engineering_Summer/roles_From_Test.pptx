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8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7646-AD74-2AB4-D3D3-51ECA2FA8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BF0B5-7D01-D02B-7F03-A79DA8068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7B81-9873-8D6A-80BF-1B1009C8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92072-8734-AC9F-2F6F-D2355EAF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42CA-5E9B-5C21-DF83-B2B2D145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126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ADAF-389A-76EC-3599-EF28B626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D8FF-4D7C-2B36-3A7B-F48F5A782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A1276-E61D-E4C7-FE5B-8BEDD0CB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74E7-1665-8F0B-9498-A6440D7F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1F9BD-463C-1809-3B05-6B9F2A6E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950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F806-46A8-6A2D-923D-C27BC445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E23ED-D9FE-1EED-70B8-0F5540A9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109D-CCFB-997A-EC51-D241ECD8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AD3B1-FDF2-EFC1-10FA-2A27497F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63FEE-623D-D400-ADE9-33BEB87B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718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F79E-FA4E-CC01-5F7A-0AAF8720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2B0C8-79CD-451B-6C61-72A848245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11B5A-C592-BCAD-737F-485FF5DCE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775D0-8277-B614-7E95-021DF838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D60F7-E1A6-6071-4B55-7E986A7D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5DA85-32F3-1A46-D37F-D10E4D1F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858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24D7-B669-355D-3025-BD74FAAF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3AB94-B6AC-EC3A-7796-559A9BD78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C01A-66D2-0017-EC5D-5004A847B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09C8-1F04-98CA-2BBE-5A9742B55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2B800-34A5-72EE-B35B-35705B964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A11C6-6733-A254-BDB2-E9CF07A0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02413-17F6-05E2-4D49-71B163A7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C97B66-FF15-4B41-4A38-34373251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267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9F1A-A2DE-55C8-E44C-05B6A128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FEB59-ACD0-F884-9376-0C08B0D8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DE990-3F14-1374-487F-B632DE0C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6BC19-3045-1917-B230-E884AB5A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516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2CE9E-1D8A-46E2-FD7E-69FFC6DB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0437F-066F-EE72-5547-3DDAA2CE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5115D-3AD2-B14D-B2F1-6BB07074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470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C00B-BF58-A581-A88A-562D6281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4E3B-B4C8-323F-66C4-980F1866D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EB844-06A1-651E-C26B-CAF97F1AE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70724-2B6E-4DDE-332B-25B0F446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C0979-9CCF-5C5B-3DE8-7412A5A1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B0429-D7D4-577C-450E-2A3E2CC7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141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C1BF-7D6E-DC08-252E-B01C2C6C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1F1DD-A5A1-E865-437C-7BE369CE3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B9D5B-44E3-585D-6E63-8CF9432AB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C9EF2-097A-A9A4-A68D-D6FEEFEF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D752D-1090-AF46-6536-046C6783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184A8-5FF5-F531-A3FC-A505D0A7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128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8490-75DA-0615-1D9E-D3C0BAEC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958E9-367D-1A81-A496-8E0E40B90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6C3C-1F4D-598E-9364-BE9274E3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4E949-CCE5-BB47-301E-F195D719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C3E27-B47B-5D49-C1A1-8690944B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055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97BD9-03DE-48B2-B5C3-110E6FF01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A2C21-F093-479A-9F64-EA80727EC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25C9E-D489-81FE-8060-8A7E6623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3889-447A-73CB-E1AD-D2FACBAA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4EF3-CEFD-0C3E-D71F-B092F9BE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754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586A0-3336-0135-9873-D68BA0F4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3582-06DE-E248-5693-412EBBC3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D6D83-14DB-FDB1-8E68-75E96C04F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CC2D6-5123-4A55-BA24-4812CC8E1F9D}" type="datetimeFigureOut">
              <a:rPr lang="da-DK" smtClean="0"/>
              <a:t>19-07-2026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55C7E-5495-2ED6-AB93-03DB72927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AC292-196E-E248-CECC-8F4A9DBDC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16723-CFC5-4E52-99CC-1F2576E25B2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653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F509-533C-1FFE-9DD9-A00DF78DE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E685A-085A-1007-1B35-ACEA0A3BF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D8A85-26A6-197E-5969-351728E6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4514" cy="662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7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AC5C-C750-0476-10AB-19ACD94C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6EF46-DE99-70E7-CB41-7A7105DFB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33457-85F8-433D-0E15-661915E3C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232" y="86998"/>
            <a:ext cx="8447535" cy="66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Hákon Hlynsson</dc:creator>
  <cp:lastModifiedBy>Hákon Hlynsson</cp:lastModifiedBy>
  <cp:revision>2</cp:revision>
  <dcterms:created xsi:type="dcterms:W3CDTF">2026-07-11T12:28:28Z</dcterms:created>
  <dcterms:modified xsi:type="dcterms:W3CDTF">2026-07-20T12:32:28Z</dcterms:modified>
</cp:coreProperties>
</file>