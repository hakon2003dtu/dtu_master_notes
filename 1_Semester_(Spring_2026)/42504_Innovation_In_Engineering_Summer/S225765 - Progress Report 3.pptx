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12"/>
  </p:sldMasterIdLst>
  <p:notesMasterIdLst>
    <p:notesMasterId r:id="rId18"/>
  </p:notesMasterIdLst>
  <p:handoutMasterIdLst>
    <p:handoutMasterId r:id="rId19"/>
  </p:handoutMasterIdLst>
  <p:sldIdLst>
    <p:sldId id="260" r:id="rId13"/>
    <p:sldId id="264" r:id="rId14"/>
    <p:sldId id="278" r:id="rId15"/>
    <p:sldId id="283" r:id="rId16"/>
    <p:sldId id="284" r:id="rId17"/>
  </p:sldIdLst>
  <p:sldSz cx="12190413" cy="6858000"/>
  <p:notesSz cx="6858000" cy="9144000"/>
  <p:custDataLst>
    <p:tags r:id="rId20"/>
  </p:custDataLst>
  <p:defaultTextStyle>
    <a:defPPr>
      <a:defRPr lang="da-DK"/>
    </a:defPPr>
    <a:lvl1pPr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1pPr>
    <a:lvl2pPr marL="4572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2pPr>
    <a:lvl3pPr marL="9144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3pPr>
    <a:lvl4pPr marL="13716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4pPr>
    <a:lvl5pPr marL="18288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5pPr>
    <a:lvl6pPr marL="2286000" algn="l" defTabSz="914400" rtl="0" eaLnBrk="1" latinLnBrk="0" hangingPunct="1">
      <a:defRPr sz="1600" kern="1200">
        <a:solidFill>
          <a:schemeClr val="tx1"/>
        </a:solidFill>
        <a:latin typeface="Verdana" pitchFamily="34" charset="0"/>
        <a:ea typeface="ＭＳ Ｐゴシック" pitchFamily="-80" charset="-128"/>
        <a:cs typeface="+mn-cs"/>
      </a:defRPr>
    </a:lvl6pPr>
    <a:lvl7pPr marL="2743200" algn="l" defTabSz="914400" rtl="0" eaLnBrk="1" latinLnBrk="0" hangingPunct="1">
      <a:defRPr sz="1600" kern="1200">
        <a:solidFill>
          <a:schemeClr val="tx1"/>
        </a:solidFill>
        <a:latin typeface="Verdana" pitchFamily="34" charset="0"/>
        <a:ea typeface="ＭＳ Ｐゴシック" pitchFamily="-80" charset="-128"/>
        <a:cs typeface="+mn-cs"/>
      </a:defRPr>
    </a:lvl7pPr>
    <a:lvl8pPr marL="3200400" algn="l" defTabSz="914400" rtl="0" eaLnBrk="1" latinLnBrk="0" hangingPunct="1">
      <a:defRPr sz="1600" kern="1200">
        <a:solidFill>
          <a:schemeClr val="tx1"/>
        </a:solidFill>
        <a:latin typeface="Verdana" pitchFamily="34" charset="0"/>
        <a:ea typeface="ＭＳ Ｐゴシック" pitchFamily="-80" charset="-128"/>
        <a:cs typeface="+mn-cs"/>
      </a:defRPr>
    </a:lvl8pPr>
    <a:lvl9pPr marL="3657600" algn="l" defTabSz="914400" rtl="0" eaLnBrk="1" latinLnBrk="0" hangingPunct="1">
      <a:defRPr sz="1600" kern="1200">
        <a:solidFill>
          <a:schemeClr val="tx1"/>
        </a:solidFill>
        <a:latin typeface="Verdana" pitchFamily="34" charset="0"/>
        <a:ea typeface="ＭＳ Ｐゴシック" pitchFamily="-80"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7634"/>
    <a:srgbClr val="F6D04D"/>
    <a:srgbClr val="171748"/>
    <a:srgbClr val="1FD082"/>
    <a:srgbClr val="2F3EEA"/>
    <a:srgbClr val="FFFFFF"/>
    <a:srgbClr val="990000"/>
    <a:srgbClr val="000000"/>
    <a:srgbClr val="FFCC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D735D4-3860-4D29-89D5-B022F5CC78BF}" v="15" dt="2024-08-01T12:17:53.895"/>
  </p1510:revLst>
</p1510:revInfo>
</file>

<file path=ppt/tableStyles.xml><?xml version="1.0" encoding="utf-8"?>
<a:tblStyleLst xmlns:a="http://schemas.openxmlformats.org/drawingml/2006/main" def="{93296810-A885-4BE3-A3E7-6D5BEEA58F3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61" autoAdjust="0"/>
    <p:restoredTop sz="93902" autoAdjust="0"/>
  </p:normalViewPr>
  <p:slideViewPr>
    <p:cSldViewPr showGuides="1">
      <p:cViewPr>
        <p:scale>
          <a:sx n="150" d="100"/>
          <a:sy n="150" d="100"/>
        </p:scale>
        <p:origin x="908" y="108"/>
      </p:cViewPr>
      <p:guideLst/>
    </p:cSldViewPr>
  </p:slideViewPr>
  <p:notesTextViewPr>
    <p:cViewPr>
      <p:scale>
        <a:sx n="100" d="100"/>
        <a:sy n="100" d="100"/>
      </p:scale>
      <p:origin x="0" y="0"/>
    </p:cViewPr>
  </p:notesTextViewPr>
  <p:notesViewPr>
    <p:cSldViewPr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slide" Target="slides/slide1.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customXml" Target="../customXml/item7.xml"/><Relationship Id="rId12" Type="http://schemas.openxmlformats.org/officeDocument/2006/relationships/slideMaster" Target="slideMasters/slideMaster1.xml"/><Relationship Id="rId17" Type="http://schemas.openxmlformats.org/officeDocument/2006/relationships/slide" Target="slides/slide5.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3.xml"/><Relationship Id="rId23" Type="http://schemas.openxmlformats.org/officeDocument/2006/relationships/theme" Target="theme/theme1.xml"/><Relationship Id="rId10" Type="http://schemas.openxmlformats.org/officeDocument/2006/relationships/customXml" Target="../customXml/item10.xml"/><Relationship Id="rId19"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2.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ngting Chen" userId="S::tchen@dtu.dk::c78ab8bc-f6f7-4e89-80fa-d57edda95493" providerId="AD" clId="Web-{82F0AA9D-0780-B44E-743D-297AC2393E23}"/>
    <pc:docChg chg="modSld">
      <pc:chgData name="Tingting Chen" userId="S::tchen@dtu.dk::c78ab8bc-f6f7-4e89-80fa-d57edda95493" providerId="AD" clId="Web-{82F0AA9D-0780-B44E-743D-297AC2393E23}" dt="2024-06-03T08:20:09.988" v="1" actId="20577"/>
      <pc:docMkLst>
        <pc:docMk/>
      </pc:docMkLst>
      <pc:sldChg chg="modSp">
        <pc:chgData name="Tingting Chen" userId="S::tchen@dtu.dk::c78ab8bc-f6f7-4e89-80fa-d57edda95493" providerId="AD" clId="Web-{82F0AA9D-0780-B44E-743D-297AC2393E23}" dt="2024-06-03T08:19:47.066" v="0" actId="20577"/>
        <pc:sldMkLst>
          <pc:docMk/>
          <pc:sldMk cId="1102296584" sldId="271"/>
        </pc:sldMkLst>
        <pc:spChg chg="mod">
          <ac:chgData name="Tingting Chen" userId="S::tchen@dtu.dk::c78ab8bc-f6f7-4e89-80fa-d57edda95493" providerId="AD" clId="Web-{82F0AA9D-0780-B44E-743D-297AC2393E23}" dt="2024-06-03T08:19:47.066" v="0" actId="20577"/>
          <ac:spMkLst>
            <pc:docMk/>
            <pc:sldMk cId="1102296584" sldId="271"/>
            <ac:spMk id="9" creationId="{7EE7F8C1-8FC1-E6F6-5C89-8BF8B86391C8}"/>
          </ac:spMkLst>
        </pc:spChg>
      </pc:sldChg>
      <pc:sldChg chg="modSp">
        <pc:chgData name="Tingting Chen" userId="S::tchen@dtu.dk::c78ab8bc-f6f7-4e89-80fa-d57edda95493" providerId="AD" clId="Web-{82F0AA9D-0780-B44E-743D-297AC2393E23}" dt="2024-06-03T08:20:09.988" v="1" actId="20577"/>
        <pc:sldMkLst>
          <pc:docMk/>
          <pc:sldMk cId="2668283911" sldId="276"/>
        </pc:sldMkLst>
        <pc:spChg chg="mod">
          <ac:chgData name="Tingting Chen" userId="S::tchen@dtu.dk::c78ab8bc-f6f7-4e89-80fa-d57edda95493" providerId="AD" clId="Web-{82F0AA9D-0780-B44E-743D-297AC2393E23}" dt="2024-06-03T08:20:09.988" v="1" actId="20577"/>
          <ac:spMkLst>
            <pc:docMk/>
            <pc:sldMk cId="2668283911" sldId="276"/>
            <ac:spMk id="9" creationId="{7EE7F8C1-8FC1-E6F6-5C89-8BF8B86391C8}"/>
          </ac:spMkLst>
        </pc:spChg>
      </pc:sldChg>
    </pc:docChg>
  </pc:docChgLst>
  <pc:docChgLst>
    <pc:chgData name="Tingting Chen" userId="S::tchen@dtu.dk::c78ab8bc-f6f7-4e89-80fa-d57edda95493" providerId="AD" clId="Web-{12301CD8-27B9-9C41-27AD-E7E910C9BDF3}"/>
    <pc:docChg chg="addSld modSld">
      <pc:chgData name="Tingting Chen" userId="S::tchen@dtu.dk::c78ab8bc-f6f7-4e89-80fa-d57edda95493" providerId="AD" clId="Web-{12301CD8-27B9-9C41-27AD-E7E910C9BDF3}" dt="2024-05-30T09:00:39.816" v="4" actId="20577"/>
      <pc:docMkLst>
        <pc:docMk/>
      </pc:docMkLst>
      <pc:sldChg chg="modSp">
        <pc:chgData name="Tingting Chen" userId="S::tchen@dtu.dk::c78ab8bc-f6f7-4e89-80fa-d57edda95493" providerId="AD" clId="Web-{12301CD8-27B9-9C41-27AD-E7E910C9BDF3}" dt="2024-05-30T09:00:39.816" v="4" actId="20577"/>
        <pc:sldMkLst>
          <pc:docMk/>
          <pc:sldMk cId="1102296584" sldId="271"/>
        </pc:sldMkLst>
        <pc:spChg chg="mod">
          <ac:chgData name="Tingting Chen" userId="S::tchen@dtu.dk::c78ab8bc-f6f7-4e89-80fa-d57edda95493" providerId="AD" clId="Web-{12301CD8-27B9-9C41-27AD-E7E910C9BDF3}" dt="2024-05-30T09:00:39.816" v="4" actId="20577"/>
          <ac:spMkLst>
            <pc:docMk/>
            <pc:sldMk cId="1102296584" sldId="271"/>
            <ac:spMk id="9" creationId="{7EE7F8C1-8FC1-E6F6-5C89-8BF8B86391C8}"/>
          </ac:spMkLst>
        </pc:spChg>
      </pc:sldChg>
      <pc:sldChg chg="add replId">
        <pc:chgData name="Tingting Chen" userId="S::tchen@dtu.dk::c78ab8bc-f6f7-4e89-80fa-d57edda95493" providerId="AD" clId="Web-{12301CD8-27B9-9C41-27AD-E7E910C9BDF3}" dt="2024-05-30T09:00:15.675" v="0"/>
        <pc:sldMkLst>
          <pc:docMk/>
          <pc:sldMk cId="3240231370" sldId="273"/>
        </pc:sldMkLst>
      </pc:sldChg>
    </pc:docChg>
  </pc:docChgLst>
  <pc:docChgLst>
    <pc:chgData name="Toke Malm" userId="44d52f85-77b7-490b-bf22-fa5341411d59" providerId="ADAL" clId="{7DD735D4-3860-4D29-89D5-B022F5CC78BF}"/>
    <pc:docChg chg="undo custSel addSld delSld modSld">
      <pc:chgData name="Toke Malm" userId="44d52f85-77b7-490b-bf22-fa5341411d59" providerId="ADAL" clId="{7DD735D4-3860-4D29-89D5-B022F5CC78BF}" dt="2024-08-01T12:18:55.445" v="55" actId="47"/>
      <pc:docMkLst>
        <pc:docMk/>
      </pc:docMkLst>
      <pc:sldChg chg="modSp add mod">
        <pc:chgData name="Toke Malm" userId="44d52f85-77b7-490b-bf22-fa5341411d59" providerId="ADAL" clId="{7DD735D4-3860-4D29-89D5-B022F5CC78BF}" dt="2024-08-01T12:18:17.462" v="51" actId="948"/>
        <pc:sldMkLst>
          <pc:docMk/>
          <pc:sldMk cId="420387566" sldId="264"/>
        </pc:sldMkLst>
        <pc:spChg chg="mod">
          <ac:chgData name="Toke Malm" userId="44d52f85-77b7-490b-bf22-fa5341411d59" providerId="ADAL" clId="{7DD735D4-3860-4D29-89D5-B022F5CC78BF}" dt="2024-08-01T12:18:17.462" v="51" actId="948"/>
          <ac:spMkLst>
            <pc:docMk/>
            <pc:sldMk cId="420387566" sldId="264"/>
            <ac:spMk id="16" creationId="{01EC9CCE-28F9-B7D2-0420-709665CC2BF0}"/>
          </ac:spMkLst>
        </pc:spChg>
      </pc:sldChg>
      <pc:sldChg chg="modSp del mod">
        <pc:chgData name="Toke Malm" userId="44d52f85-77b7-490b-bf22-fa5341411d59" providerId="ADAL" clId="{7DD735D4-3860-4D29-89D5-B022F5CC78BF}" dt="2024-08-01T12:18:42.151" v="54" actId="47"/>
        <pc:sldMkLst>
          <pc:docMk/>
          <pc:sldMk cId="117271723" sldId="270"/>
        </pc:sldMkLst>
        <pc:spChg chg="mod">
          <ac:chgData name="Toke Malm" userId="44d52f85-77b7-490b-bf22-fa5341411d59" providerId="ADAL" clId="{7DD735D4-3860-4D29-89D5-B022F5CC78BF}" dt="2024-08-01T12:16:28.933" v="30" actId="21"/>
          <ac:spMkLst>
            <pc:docMk/>
            <pc:sldMk cId="117271723" sldId="270"/>
            <ac:spMk id="9" creationId="{7EE7F8C1-8FC1-E6F6-5C89-8BF8B86391C8}"/>
          </ac:spMkLst>
        </pc:spChg>
      </pc:sldChg>
      <pc:sldChg chg="modSp del mod">
        <pc:chgData name="Toke Malm" userId="44d52f85-77b7-490b-bf22-fa5341411d59" providerId="ADAL" clId="{7DD735D4-3860-4D29-89D5-B022F5CC78BF}" dt="2024-08-01T12:18:42.151" v="54" actId="47"/>
        <pc:sldMkLst>
          <pc:docMk/>
          <pc:sldMk cId="1102296584" sldId="271"/>
        </pc:sldMkLst>
        <pc:spChg chg="mod">
          <ac:chgData name="Toke Malm" userId="44d52f85-77b7-490b-bf22-fa5341411d59" providerId="ADAL" clId="{7DD735D4-3860-4D29-89D5-B022F5CC78BF}" dt="2024-08-01T12:15:56.526" v="24" actId="21"/>
          <ac:spMkLst>
            <pc:docMk/>
            <pc:sldMk cId="1102296584" sldId="271"/>
            <ac:spMk id="9" creationId="{7EE7F8C1-8FC1-E6F6-5C89-8BF8B86391C8}"/>
          </ac:spMkLst>
        </pc:spChg>
      </pc:sldChg>
      <pc:sldChg chg="modSp del mod">
        <pc:chgData name="Toke Malm" userId="44d52f85-77b7-490b-bf22-fa5341411d59" providerId="ADAL" clId="{7DD735D4-3860-4D29-89D5-B022F5CC78BF}" dt="2024-08-01T12:18:42.151" v="54" actId="47"/>
        <pc:sldMkLst>
          <pc:docMk/>
          <pc:sldMk cId="3240231370" sldId="273"/>
        </pc:sldMkLst>
        <pc:spChg chg="mod">
          <ac:chgData name="Toke Malm" userId="44d52f85-77b7-490b-bf22-fa5341411d59" providerId="ADAL" clId="{7DD735D4-3860-4D29-89D5-B022F5CC78BF}" dt="2024-08-01T12:16:26.474" v="29" actId="6549"/>
          <ac:spMkLst>
            <pc:docMk/>
            <pc:sldMk cId="3240231370" sldId="273"/>
            <ac:spMk id="9" creationId="{7EE7F8C1-8FC1-E6F6-5C89-8BF8B86391C8}"/>
          </ac:spMkLst>
        </pc:spChg>
      </pc:sldChg>
      <pc:sldChg chg="modSp del mod">
        <pc:chgData name="Toke Malm" userId="44d52f85-77b7-490b-bf22-fa5341411d59" providerId="ADAL" clId="{7DD735D4-3860-4D29-89D5-B022F5CC78BF}" dt="2024-08-01T12:18:42.151" v="54" actId="47"/>
        <pc:sldMkLst>
          <pc:docMk/>
          <pc:sldMk cId="3106449110" sldId="274"/>
        </pc:sldMkLst>
        <pc:spChg chg="mod">
          <ac:chgData name="Toke Malm" userId="44d52f85-77b7-490b-bf22-fa5341411d59" providerId="ADAL" clId="{7DD735D4-3860-4D29-89D5-B022F5CC78BF}" dt="2024-08-01T12:17:57.755" v="49" actId="21"/>
          <ac:spMkLst>
            <pc:docMk/>
            <pc:sldMk cId="3106449110" sldId="274"/>
            <ac:spMk id="9" creationId="{7EE7F8C1-8FC1-E6F6-5C89-8BF8B86391C8}"/>
          </ac:spMkLst>
        </pc:spChg>
      </pc:sldChg>
      <pc:sldChg chg="modSp del mod">
        <pc:chgData name="Toke Malm" userId="44d52f85-77b7-490b-bf22-fa5341411d59" providerId="ADAL" clId="{7DD735D4-3860-4D29-89D5-B022F5CC78BF}" dt="2024-08-01T12:18:42.151" v="54" actId="47"/>
        <pc:sldMkLst>
          <pc:docMk/>
          <pc:sldMk cId="2668283911" sldId="276"/>
        </pc:sldMkLst>
        <pc:spChg chg="mod">
          <ac:chgData name="Toke Malm" userId="44d52f85-77b7-490b-bf22-fa5341411d59" providerId="ADAL" clId="{7DD735D4-3860-4D29-89D5-B022F5CC78BF}" dt="2024-08-01T12:17:45.660" v="46" actId="21"/>
          <ac:spMkLst>
            <pc:docMk/>
            <pc:sldMk cId="2668283911" sldId="276"/>
            <ac:spMk id="9" creationId="{7EE7F8C1-8FC1-E6F6-5C89-8BF8B86391C8}"/>
          </ac:spMkLst>
        </pc:spChg>
      </pc:sldChg>
      <pc:sldChg chg="addSp delSp new del mod">
        <pc:chgData name="Toke Malm" userId="44d52f85-77b7-490b-bf22-fa5341411d59" providerId="ADAL" clId="{7DD735D4-3860-4D29-89D5-B022F5CC78BF}" dt="2024-08-01T12:15:11.716" v="5" actId="47"/>
        <pc:sldMkLst>
          <pc:docMk/>
          <pc:sldMk cId="3453712514" sldId="277"/>
        </pc:sldMkLst>
        <pc:spChg chg="add del">
          <ac:chgData name="Toke Malm" userId="44d52f85-77b7-490b-bf22-fa5341411d59" providerId="ADAL" clId="{7DD735D4-3860-4D29-89D5-B022F5CC78BF}" dt="2024-08-01T12:15:00.338" v="2" actId="22"/>
          <ac:spMkLst>
            <pc:docMk/>
            <pc:sldMk cId="3453712514" sldId="277"/>
            <ac:spMk id="8" creationId="{ABB2A9C8-59DC-FF5E-A1D9-A7A5466FE16D}"/>
          </ac:spMkLst>
        </pc:spChg>
      </pc:sldChg>
      <pc:sldChg chg="new del">
        <pc:chgData name="Toke Malm" userId="44d52f85-77b7-490b-bf22-fa5341411d59" providerId="ADAL" clId="{7DD735D4-3860-4D29-89D5-B022F5CC78BF}" dt="2024-08-01T12:15:27.415" v="10" actId="47"/>
        <pc:sldMkLst>
          <pc:docMk/>
          <pc:sldMk cId="3790361117" sldId="277"/>
        </pc:sldMkLst>
      </pc:sldChg>
      <pc:sldChg chg="modSp add mod">
        <pc:chgData name="Toke Malm" userId="44d52f85-77b7-490b-bf22-fa5341411d59" providerId="ADAL" clId="{7DD735D4-3860-4D29-89D5-B022F5CC78BF}" dt="2024-08-01T12:16:57.926" v="35" actId="948"/>
        <pc:sldMkLst>
          <pc:docMk/>
          <pc:sldMk cId="3668689847" sldId="278"/>
        </pc:sldMkLst>
        <pc:spChg chg="mod">
          <ac:chgData name="Toke Malm" userId="44d52f85-77b7-490b-bf22-fa5341411d59" providerId="ADAL" clId="{7DD735D4-3860-4D29-89D5-B022F5CC78BF}" dt="2024-08-01T12:16:57.926" v="35" actId="948"/>
          <ac:spMkLst>
            <pc:docMk/>
            <pc:sldMk cId="3668689847" sldId="278"/>
            <ac:spMk id="16" creationId="{01EC9CCE-28F9-B7D2-0420-709665CC2BF0}"/>
          </ac:spMkLst>
        </pc:spChg>
      </pc:sldChg>
      <pc:sldChg chg="add del">
        <pc:chgData name="Toke Malm" userId="44d52f85-77b7-490b-bf22-fa5341411d59" providerId="ADAL" clId="{7DD735D4-3860-4D29-89D5-B022F5CC78BF}" dt="2024-08-01T12:15:32.461" v="16"/>
        <pc:sldMkLst>
          <pc:docMk/>
          <pc:sldMk cId="642150263" sldId="279"/>
        </pc:sldMkLst>
      </pc:sldChg>
      <pc:sldChg chg="delSp modSp new del mod modClrScheme chgLayout">
        <pc:chgData name="Toke Malm" userId="44d52f85-77b7-490b-bf22-fa5341411d59" providerId="ADAL" clId="{7DD735D4-3860-4D29-89D5-B022F5CC78BF}" dt="2024-08-01T12:18:55.445" v="55" actId="47"/>
        <pc:sldMkLst>
          <pc:docMk/>
          <pc:sldMk cId="1004370076" sldId="279"/>
        </pc:sldMkLst>
        <pc:spChg chg="del">
          <ac:chgData name="Toke Malm" userId="44d52f85-77b7-490b-bf22-fa5341411d59" providerId="ADAL" clId="{7DD735D4-3860-4D29-89D5-B022F5CC78BF}" dt="2024-08-01T12:15:44.365" v="20" actId="700"/>
          <ac:spMkLst>
            <pc:docMk/>
            <pc:sldMk cId="1004370076" sldId="279"/>
            <ac:spMk id="2" creationId="{3E216606-2056-68E1-ADC3-A88A85B961BE}"/>
          </ac:spMkLst>
        </pc:spChg>
        <pc:spChg chg="del">
          <ac:chgData name="Toke Malm" userId="44d52f85-77b7-490b-bf22-fa5341411d59" providerId="ADAL" clId="{7DD735D4-3860-4D29-89D5-B022F5CC78BF}" dt="2024-08-01T12:15:44.365" v="20" actId="700"/>
          <ac:spMkLst>
            <pc:docMk/>
            <pc:sldMk cId="1004370076" sldId="279"/>
            <ac:spMk id="3" creationId="{6850235C-EC55-1286-512F-E00F20FC8B24}"/>
          </ac:spMkLst>
        </pc:spChg>
        <pc:spChg chg="del">
          <ac:chgData name="Toke Malm" userId="44d52f85-77b7-490b-bf22-fa5341411d59" providerId="ADAL" clId="{7DD735D4-3860-4D29-89D5-B022F5CC78BF}" dt="2024-08-01T12:15:44.365" v="20" actId="700"/>
          <ac:spMkLst>
            <pc:docMk/>
            <pc:sldMk cId="1004370076" sldId="279"/>
            <ac:spMk id="4" creationId="{6D89646E-B2D3-B591-95B2-49887754CBAF}"/>
          </ac:spMkLst>
        </pc:spChg>
        <pc:spChg chg="del">
          <ac:chgData name="Toke Malm" userId="44d52f85-77b7-490b-bf22-fa5341411d59" providerId="ADAL" clId="{7DD735D4-3860-4D29-89D5-B022F5CC78BF}" dt="2024-08-01T12:15:44.365" v="20" actId="700"/>
          <ac:spMkLst>
            <pc:docMk/>
            <pc:sldMk cId="1004370076" sldId="279"/>
            <ac:spMk id="5" creationId="{6C0D3000-B853-08DD-87E0-E1887B35B2C1}"/>
          </ac:spMkLst>
        </pc:spChg>
        <pc:spChg chg="del">
          <ac:chgData name="Toke Malm" userId="44d52f85-77b7-490b-bf22-fa5341411d59" providerId="ADAL" clId="{7DD735D4-3860-4D29-89D5-B022F5CC78BF}" dt="2024-08-01T12:15:44.365" v="20" actId="700"/>
          <ac:spMkLst>
            <pc:docMk/>
            <pc:sldMk cId="1004370076" sldId="279"/>
            <ac:spMk id="6" creationId="{D07BAF52-5D96-CAF1-966B-AE99BD6DDAFA}"/>
          </ac:spMkLst>
        </pc:spChg>
        <pc:spChg chg="del">
          <ac:chgData name="Toke Malm" userId="44d52f85-77b7-490b-bf22-fa5341411d59" providerId="ADAL" clId="{7DD735D4-3860-4D29-89D5-B022F5CC78BF}" dt="2024-08-01T12:15:44.365" v="20" actId="700"/>
          <ac:spMkLst>
            <pc:docMk/>
            <pc:sldMk cId="1004370076" sldId="279"/>
            <ac:spMk id="7" creationId="{C8EA4C2D-3C8C-4BA7-BE8E-11559D8B9166}"/>
          </ac:spMkLst>
        </pc:spChg>
        <pc:spChg chg="del">
          <ac:chgData name="Toke Malm" userId="44d52f85-77b7-490b-bf22-fa5341411d59" providerId="ADAL" clId="{7DD735D4-3860-4D29-89D5-B022F5CC78BF}" dt="2024-08-01T12:15:44.365" v="20" actId="700"/>
          <ac:spMkLst>
            <pc:docMk/>
            <pc:sldMk cId="1004370076" sldId="279"/>
            <ac:spMk id="8" creationId="{5D99D6B6-8A39-F833-AD0F-0E237DCB4437}"/>
          </ac:spMkLst>
        </pc:spChg>
        <pc:spChg chg="del">
          <ac:chgData name="Toke Malm" userId="44d52f85-77b7-490b-bf22-fa5341411d59" providerId="ADAL" clId="{7DD735D4-3860-4D29-89D5-B022F5CC78BF}" dt="2024-08-01T12:15:44.365" v="20" actId="700"/>
          <ac:spMkLst>
            <pc:docMk/>
            <pc:sldMk cId="1004370076" sldId="279"/>
            <ac:spMk id="9" creationId="{1BBE5566-2198-F8EF-530B-7E8628CFB905}"/>
          </ac:spMkLst>
        </pc:spChg>
        <pc:spChg chg="del">
          <ac:chgData name="Toke Malm" userId="44d52f85-77b7-490b-bf22-fa5341411d59" providerId="ADAL" clId="{7DD735D4-3860-4D29-89D5-B022F5CC78BF}" dt="2024-08-01T12:15:44.365" v="20" actId="700"/>
          <ac:spMkLst>
            <pc:docMk/>
            <pc:sldMk cId="1004370076" sldId="279"/>
            <ac:spMk id="10" creationId="{B8E8ED76-8E61-F28D-54F5-060B436F7634}"/>
          </ac:spMkLst>
        </pc:spChg>
        <pc:spChg chg="mod ord">
          <ac:chgData name="Toke Malm" userId="44d52f85-77b7-490b-bf22-fa5341411d59" providerId="ADAL" clId="{7DD735D4-3860-4D29-89D5-B022F5CC78BF}" dt="2024-08-01T12:15:44.365" v="20" actId="700"/>
          <ac:spMkLst>
            <pc:docMk/>
            <pc:sldMk cId="1004370076" sldId="279"/>
            <ac:spMk id="11" creationId="{3BC3EB48-DC90-8CD2-2057-ECEE301F55CC}"/>
          </ac:spMkLst>
        </pc:spChg>
        <pc:spChg chg="mod ord">
          <ac:chgData name="Toke Malm" userId="44d52f85-77b7-490b-bf22-fa5341411d59" providerId="ADAL" clId="{7DD735D4-3860-4D29-89D5-B022F5CC78BF}" dt="2024-08-01T12:15:44.365" v="20" actId="700"/>
          <ac:spMkLst>
            <pc:docMk/>
            <pc:sldMk cId="1004370076" sldId="279"/>
            <ac:spMk id="12" creationId="{2599830D-B692-E312-E62E-77ED9774D301}"/>
          </ac:spMkLst>
        </pc:spChg>
        <pc:spChg chg="mod ord">
          <ac:chgData name="Toke Malm" userId="44d52f85-77b7-490b-bf22-fa5341411d59" providerId="ADAL" clId="{7DD735D4-3860-4D29-89D5-B022F5CC78BF}" dt="2024-08-01T12:15:44.365" v="20" actId="700"/>
          <ac:spMkLst>
            <pc:docMk/>
            <pc:sldMk cId="1004370076" sldId="279"/>
            <ac:spMk id="13" creationId="{D7982160-DC28-EC19-1A45-E77440EDE073}"/>
          </ac:spMkLst>
        </pc:spChg>
      </pc:sldChg>
      <pc:sldChg chg="add del">
        <pc:chgData name="Toke Malm" userId="44d52f85-77b7-490b-bf22-fa5341411d59" providerId="ADAL" clId="{7DD735D4-3860-4D29-89D5-B022F5CC78BF}" dt="2024-08-01T12:15:31.914" v="15"/>
        <pc:sldMkLst>
          <pc:docMk/>
          <pc:sldMk cId="604540995" sldId="280"/>
        </pc:sldMkLst>
      </pc:sldChg>
      <pc:sldChg chg="modSp add mod">
        <pc:chgData name="Toke Malm" userId="44d52f85-77b7-490b-bf22-fa5341411d59" providerId="ADAL" clId="{7DD735D4-3860-4D29-89D5-B022F5CC78BF}" dt="2024-08-01T12:17:18.193" v="38" actId="20577"/>
        <pc:sldMkLst>
          <pc:docMk/>
          <pc:sldMk cId="1881685286" sldId="280"/>
        </pc:sldMkLst>
        <pc:spChg chg="mod">
          <ac:chgData name="Toke Malm" userId="44d52f85-77b7-490b-bf22-fa5341411d59" providerId="ADAL" clId="{7DD735D4-3860-4D29-89D5-B022F5CC78BF}" dt="2024-08-01T12:17:18.193" v="38" actId="20577"/>
          <ac:spMkLst>
            <pc:docMk/>
            <pc:sldMk cId="1881685286" sldId="280"/>
            <ac:spMk id="16" creationId="{01EC9CCE-28F9-B7D2-0420-709665CC2BF0}"/>
          </ac:spMkLst>
        </pc:spChg>
      </pc:sldChg>
      <pc:sldChg chg="add del">
        <pc:chgData name="Toke Malm" userId="44d52f85-77b7-490b-bf22-fa5341411d59" providerId="ADAL" clId="{7DD735D4-3860-4D29-89D5-B022F5CC78BF}" dt="2024-08-01T12:18:37.288" v="52" actId="47"/>
        <pc:sldMkLst>
          <pc:docMk/>
          <pc:sldMk cId="1569388292" sldId="281"/>
        </pc:sldMkLst>
      </pc:sldChg>
      <pc:sldChg chg="add del">
        <pc:chgData name="Toke Malm" userId="44d52f85-77b7-490b-bf22-fa5341411d59" providerId="ADAL" clId="{7DD735D4-3860-4D29-89D5-B022F5CC78BF}" dt="2024-08-01T12:15:31.634" v="14"/>
        <pc:sldMkLst>
          <pc:docMk/>
          <pc:sldMk cId="1940300362" sldId="281"/>
        </pc:sldMkLst>
      </pc:sldChg>
      <pc:sldChg chg="add del">
        <pc:chgData name="Toke Malm" userId="44d52f85-77b7-490b-bf22-fa5341411d59" providerId="ADAL" clId="{7DD735D4-3860-4D29-89D5-B022F5CC78BF}" dt="2024-08-01T12:18:38.159" v="53" actId="47"/>
        <pc:sldMkLst>
          <pc:docMk/>
          <pc:sldMk cId="3616837750" sldId="282"/>
        </pc:sldMkLst>
      </pc:sldChg>
      <pc:sldChg chg="modSp add mod">
        <pc:chgData name="Toke Malm" userId="44d52f85-77b7-490b-bf22-fa5341411d59" providerId="ADAL" clId="{7DD735D4-3860-4D29-89D5-B022F5CC78BF}" dt="2024-08-01T12:17:49.761" v="47"/>
        <pc:sldMkLst>
          <pc:docMk/>
          <pc:sldMk cId="926206573" sldId="283"/>
        </pc:sldMkLst>
        <pc:spChg chg="mod">
          <ac:chgData name="Toke Malm" userId="44d52f85-77b7-490b-bf22-fa5341411d59" providerId="ADAL" clId="{7DD735D4-3860-4D29-89D5-B022F5CC78BF}" dt="2024-08-01T12:17:49.761" v="47"/>
          <ac:spMkLst>
            <pc:docMk/>
            <pc:sldMk cId="926206573" sldId="283"/>
            <ac:spMk id="16" creationId="{01EC9CCE-28F9-B7D2-0420-709665CC2BF0}"/>
          </ac:spMkLst>
        </pc:spChg>
      </pc:sldChg>
      <pc:sldChg chg="modSp add del mod">
        <pc:chgData name="Toke Malm" userId="44d52f85-77b7-490b-bf22-fa5341411d59" providerId="ADAL" clId="{7DD735D4-3860-4D29-89D5-B022F5CC78BF}" dt="2024-08-01T12:17:38.280" v="43"/>
        <pc:sldMkLst>
          <pc:docMk/>
          <pc:sldMk cId="1033206509" sldId="283"/>
        </pc:sldMkLst>
        <pc:spChg chg="mod">
          <ac:chgData name="Toke Malm" userId="44d52f85-77b7-490b-bf22-fa5341411d59" providerId="ADAL" clId="{7DD735D4-3860-4D29-89D5-B022F5CC78BF}" dt="2024-08-01T12:17:37.921" v="42"/>
          <ac:spMkLst>
            <pc:docMk/>
            <pc:sldMk cId="1033206509" sldId="283"/>
            <ac:spMk id="16" creationId="{01EC9CCE-28F9-B7D2-0420-709665CC2BF0}"/>
          </ac:spMkLst>
        </pc:spChg>
      </pc:sldChg>
      <pc:sldChg chg="modSp add mod">
        <pc:chgData name="Toke Malm" userId="44d52f85-77b7-490b-bf22-fa5341411d59" providerId="ADAL" clId="{7DD735D4-3860-4D29-89D5-B022F5CC78BF}" dt="2024-08-01T12:18:01.696" v="50"/>
        <pc:sldMkLst>
          <pc:docMk/>
          <pc:sldMk cId="3057226488" sldId="284"/>
        </pc:sldMkLst>
        <pc:spChg chg="mod">
          <ac:chgData name="Toke Malm" userId="44d52f85-77b7-490b-bf22-fa5341411d59" providerId="ADAL" clId="{7DD735D4-3860-4D29-89D5-B022F5CC78BF}" dt="2024-08-01T12:18:01.696" v="50"/>
          <ac:spMkLst>
            <pc:docMk/>
            <pc:sldMk cId="3057226488" sldId="284"/>
            <ac:spMk id="16" creationId="{01EC9CCE-28F9-B7D2-0420-709665CC2BF0}"/>
          </ac:spMkLst>
        </pc:spChg>
      </pc:sldChg>
    </pc:docChg>
  </pc:docChgLst>
  <pc:docChgLst>
    <pc:chgData name="Tingting Chen" userId="S::tchen@dtu.dk::c78ab8bc-f6f7-4e89-80fa-d57edda95493" providerId="AD" clId="Web-{07DE4B9D-316B-9066-F58A-D8B64FFDF8BF}"/>
    <pc:docChg chg="addSld modSld">
      <pc:chgData name="Tingting Chen" userId="S::tchen@dtu.dk::c78ab8bc-f6f7-4e89-80fa-d57edda95493" providerId="AD" clId="Web-{07DE4B9D-316B-9066-F58A-D8B64FFDF8BF}" dt="2024-05-30T13:42:01.374" v="14" actId="20577"/>
      <pc:docMkLst>
        <pc:docMk/>
      </pc:docMkLst>
      <pc:sldChg chg="addSp modSp">
        <pc:chgData name="Tingting Chen" userId="S::tchen@dtu.dk::c78ab8bc-f6f7-4e89-80fa-d57edda95493" providerId="AD" clId="Web-{07DE4B9D-316B-9066-F58A-D8B64FFDF8BF}" dt="2024-05-30T13:14:40.553" v="6" actId="20577"/>
        <pc:sldMkLst>
          <pc:docMk/>
          <pc:sldMk cId="117271723" sldId="270"/>
        </pc:sldMkLst>
        <pc:spChg chg="add mod">
          <ac:chgData name="Tingting Chen" userId="S::tchen@dtu.dk::c78ab8bc-f6f7-4e89-80fa-d57edda95493" providerId="AD" clId="Web-{07DE4B9D-316B-9066-F58A-D8B64FFDF8BF}" dt="2024-05-30T13:14:40.553" v="6" actId="20577"/>
          <ac:spMkLst>
            <pc:docMk/>
            <pc:sldMk cId="117271723" sldId="270"/>
            <ac:spMk id="12" creationId="{5D841758-BD50-7B84-1C26-580D96449C0A}"/>
          </ac:spMkLst>
        </pc:spChg>
      </pc:sldChg>
      <pc:sldChg chg="addSp modSp">
        <pc:chgData name="Tingting Chen" userId="S::tchen@dtu.dk::c78ab8bc-f6f7-4e89-80fa-d57edda95493" providerId="AD" clId="Web-{07DE4B9D-316B-9066-F58A-D8B64FFDF8BF}" dt="2024-05-30T13:14:29.724" v="1" actId="20577"/>
        <pc:sldMkLst>
          <pc:docMk/>
          <pc:sldMk cId="1102296584" sldId="271"/>
        </pc:sldMkLst>
        <pc:spChg chg="add mod">
          <ac:chgData name="Tingting Chen" userId="S::tchen@dtu.dk::c78ab8bc-f6f7-4e89-80fa-d57edda95493" providerId="AD" clId="Web-{07DE4B9D-316B-9066-F58A-D8B64FFDF8BF}" dt="2024-05-30T13:14:29.724" v="1" actId="20577"/>
          <ac:spMkLst>
            <pc:docMk/>
            <pc:sldMk cId="1102296584" sldId="271"/>
            <ac:spMk id="11" creationId="{37C5FD6D-590E-6007-640B-788A1EC2C4D3}"/>
          </ac:spMkLst>
        </pc:spChg>
      </pc:sldChg>
      <pc:sldChg chg="addSp modSp">
        <pc:chgData name="Tingting Chen" userId="S::tchen@dtu.dk::c78ab8bc-f6f7-4e89-80fa-d57edda95493" providerId="AD" clId="Web-{07DE4B9D-316B-9066-F58A-D8B64FFDF8BF}" dt="2024-05-30T13:42:01.374" v="14" actId="20577"/>
        <pc:sldMkLst>
          <pc:docMk/>
          <pc:sldMk cId="7875218" sldId="272"/>
        </pc:sldMkLst>
        <pc:spChg chg="mod">
          <ac:chgData name="Tingting Chen" userId="S::tchen@dtu.dk::c78ab8bc-f6f7-4e89-80fa-d57edda95493" providerId="AD" clId="Web-{07DE4B9D-316B-9066-F58A-D8B64FFDF8BF}" dt="2024-05-30T13:42:01.374" v="14" actId="20577"/>
          <ac:spMkLst>
            <pc:docMk/>
            <pc:sldMk cId="7875218" sldId="272"/>
            <ac:spMk id="9" creationId="{7EE7F8C1-8FC1-E6F6-5C89-8BF8B86391C8}"/>
          </ac:spMkLst>
        </pc:spChg>
        <pc:spChg chg="add mod">
          <ac:chgData name="Tingting Chen" userId="S::tchen@dtu.dk::c78ab8bc-f6f7-4e89-80fa-d57edda95493" providerId="AD" clId="Web-{07DE4B9D-316B-9066-F58A-D8B64FFDF8BF}" dt="2024-05-30T13:41:57.843" v="13" actId="20577"/>
          <ac:spMkLst>
            <pc:docMk/>
            <pc:sldMk cId="7875218" sldId="272"/>
            <ac:spMk id="12" creationId="{AA6A6F87-D143-A092-618C-F9C3D1FD5C85}"/>
          </ac:spMkLst>
        </pc:spChg>
      </pc:sldChg>
      <pc:sldChg chg="addSp modSp">
        <pc:chgData name="Tingting Chen" userId="S::tchen@dtu.dk::c78ab8bc-f6f7-4e89-80fa-d57edda95493" providerId="AD" clId="Web-{07DE4B9D-316B-9066-F58A-D8B64FFDF8BF}" dt="2024-05-30T13:14:35.459" v="3" actId="20577"/>
        <pc:sldMkLst>
          <pc:docMk/>
          <pc:sldMk cId="3240231370" sldId="273"/>
        </pc:sldMkLst>
        <pc:spChg chg="add mod">
          <ac:chgData name="Tingting Chen" userId="S::tchen@dtu.dk::c78ab8bc-f6f7-4e89-80fa-d57edda95493" providerId="AD" clId="Web-{07DE4B9D-316B-9066-F58A-D8B64FFDF8BF}" dt="2024-05-30T13:14:35.459" v="3" actId="20577"/>
          <ac:spMkLst>
            <pc:docMk/>
            <pc:sldMk cId="3240231370" sldId="273"/>
            <ac:spMk id="12" creationId="{127A0C7B-0DE0-088B-8FB1-DA678DCEE4E3}"/>
          </ac:spMkLst>
        </pc:spChg>
      </pc:sldChg>
      <pc:sldChg chg="add replId">
        <pc:chgData name="Tingting Chen" userId="S::tchen@dtu.dk::c78ab8bc-f6f7-4e89-80fa-d57edda95493" providerId="AD" clId="Web-{07DE4B9D-316B-9066-F58A-D8B64FFDF8BF}" dt="2024-05-30T13:41:54.468" v="11"/>
        <pc:sldMkLst>
          <pc:docMk/>
          <pc:sldMk cId="3106449110" sldId="274"/>
        </pc:sldMkLst>
      </pc:sldChg>
    </pc:docChg>
  </pc:docChgLst>
  <pc:docChgLst>
    <pc:chgData name="Henrik René Jørgensen" userId="30082b67-84f4-4810-bef9-a3624c9ab0e1" providerId="ADAL" clId="{F2B30609-A3CF-4B56-BE1D-E38561BCC5C9}"/>
    <pc:docChg chg="custSel modSld">
      <pc:chgData name="Henrik René Jørgensen" userId="30082b67-84f4-4810-bef9-a3624c9ab0e1" providerId="ADAL" clId="{F2B30609-A3CF-4B56-BE1D-E38561BCC5C9}" dt="2024-06-04T12:23:40.805" v="20" actId="478"/>
      <pc:docMkLst>
        <pc:docMk/>
      </pc:docMkLst>
      <pc:sldChg chg="delSp modSp mod">
        <pc:chgData name="Henrik René Jørgensen" userId="30082b67-84f4-4810-bef9-a3624c9ab0e1" providerId="ADAL" clId="{F2B30609-A3CF-4B56-BE1D-E38561BCC5C9}" dt="2024-06-04T12:23:34.803" v="18" actId="478"/>
        <pc:sldMkLst>
          <pc:docMk/>
          <pc:sldMk cId="117271723" sldId="270"/>
        </pc:sldMkLst>
        <pc:spChg chg="mod">
          <ac:chgData name="Henrik René Jørgensen" userId="30082b67-84f4-4810-bef9-a3624c9ab0e1" providerId="ADAL" clId="{F2B30609-A3CF-4B56-BE1D-E38561BCC5C9}" dt="2024-06-04T11:59:49.283" v="10" actId="255"/>
          <ac:spMkLst>
            <pc:docMk/>
            <pc:sldMk cId="117271723" sldId="270"/>
            <ac:spMk id="9" creationId="{7EE7F8C1-8FC1-E6F6-5C89-8BF8B86391C8}"/>
          </ac:spMkLst>
        </pc:spChg>
        <pc:spChg chg="del mod">
          <ac:chgData name="Henrik René Jørgensen" userId="30082b67-84f4-4810-bef9-a3624c9ab0e1" providerId="ADAL" clId="{F2B30609-A3CF-4B56-BE1D-E38561BCC5C9}" dt="2024-06-04T12:23:34.803" v="18" actId="478"/>
          <ac:spMkLst>
            <pc:docMk/>
            <pc:sldMk cId="117271723" sldId="270"/>
            <ac:spMk id="12" creationId="{5D841758-BD50-7B84-1C26-580D96449C0A}"/>
          </ac:spMkLst>
        </pc:spChg>
      </pc:sldChg>
      <pc:sldChg chg="delSp modSp mod">
        <pc:chgData name="Henrik René Jørgensen" userId="30082b67-84f4-4810-bef9-a3624c9ab0e1" providerId="ADAL" clId="{F2B30609-A3CF-4B56-BE1D-E38561BCC5C9}" dt="2024-06-04T12:23:29.375" v="15" actId="478"/>
        <pc:sldMkLst>
          <pc:docMk/>
          <pc:sldMk cId="1102296584" sldId="271"/>
        </pc:sldMkLst>
        <pc:spChg chg="mod">
          <ac:chgData name="Henrik René Jørgensen" userId="30082b67-84f4-4810-bef9-a3624c9ab0e1" providerId="ADAL" clId="{F2B30609-A3CF-4B56-BE1D-E38561BCC5C9}" dt="2024-06-04T12:00:16.847" v="14" actId="255"/>
          <ac:spMkLst>
            <pc:docMk/>
            <pc:sldMk cId="1102296584" sldId="271"/>
            <ac:spMk id="9" creationId="{7EE7F8C1-8FC1-E6F6-5C89-8BF8B86391C8}"/>
          </ac:spMkLst>
        </pc:spChg>
        <pc:spChg chg="del">
          <ac:chgData name="Henrik René Jørgensen" userId="30082b67-84f4-4810-bef9-a3624c9ab0e1" providerId="ADAL" clId="{F2B30609-A3CF-4B56-BE1D-E38561BCC5C9}" dt="2024-06-04T12:23:29.375" v="15" actId="478"/>
          <ac:spMkLst>
            <pc:docMk/>
            <pc:sldMk cId="1102296584" sldId="271"/>
            <ac:spMk id="11" creationId="{37C5FD6D-590E-6007-640B-788A1EC2C4D3}"/>
          </ac:spMkLst>
        </pc:spChg>
      </pc:sldChg>
      <pc:sldChg chg="delSp modSp mod">
        <pc:chgData name="Henrik René Jørgensen" userId="30082b67-84f4-4810-bef9-a3624c9ab0e1" providerId="ADAL" clId="{F2B30609-A3CF-4B56-BE1D-E38561BCC5C9}" dt="2024-06-04T12:23:31.685" v="16" actId="478"/>
        <pc:sldMkLst>
          <pc:docMk/>
          <pc:sldMk cId="3240231370" sldId="273"/>
        </pc:sldMkLst>
        <pc:spChg chg="mod">
          <ac:chgData name="Henrik René Jørgensen" userId="30082b67-84f4-4810-bef9-a3624c9ab0e1" providerId="ADAL" clId="{F2B30609-A3CF-4B56-BE1D-E38561BCC5C9}" dt="2024-06-04T12:00:11.713" v="13" actId="255"/>
          <ac:spMkLst>
            <pc:docMk/>
            <pc:sldMk cId="3240231370" sldId="273"/>
            <ac:spMk id="9" creationId="{7EE7F8C1-8FC1-E6F6-5C89-8BF8B86391C8}"/>
          </ac:spMkLst>
        </pc:spChg>
        <pc:spChg chg="del">
          <ac:chgData name="Henrik René Jørgensen" userId="30082b67-84f4-4810-bef9-a3624c9ab0e1" providerId="ADAL" clId="{F2B30609-A3CF-4B56-BE1D-E38561BCC5C9}" dt="2024-06-04T12:23:31.685" v="16" actId="478"/>
          <ac:spMkLst>
            <pc:docMk/>
            <pc:sldMk cId="3240231370" sldId="273"/>
            <ac:spMk id="12" creationId="{127A0C7B-0DE0-088B-8FB1-DA678DCEE4E3}"/>
          </ac:spMkLst>
        </pc:spChg>
      </pc:sldChg>
      <pc:sldChg chg="delSp modSp mod">
        <pc:chgData name="Henrik René Jørgensen" userId="30082b67-84f4-4810-bef9-a3624c9ab0e1" providerId="ADAL" clId="{F2B30609-A3CF-4B56-BE1D-E38561BCC5C9}" dt="2024-06-04T12:23:40.805" v="20" actId="478"/>
        <pc:sldMkLst>
          <pc:docMk/>
          <pc:sldMk cId="3106449110" sldId="274"/>
        </pc:sldMkLst>
        <pc:spChg chg="mod">
          <ac:chgData name="Henrik René Jørgensen" userId="30082b67-84f4-4810-bef9-a3624c9ab0e1" providerId="ADAL" clId="{F2B30609-A3CF-4B56-BE1D-E38561BCC5C9}" dt="2024-06-04T11:59:58.143" v="11" actId="255"/>
          <ac:spMkLst>
            <pc:docMk/>
            <pc:sldMk cId="3106449110" sldId="274"/>
            <ac:spMk id="9" creationId="{7EE7F8C1-8FC1-E6F6-5C89-8BF8B86391C8}"/>
          </ac:spMkLst>
        </pc:spChg>
        <pc:spChg chg="del">
          <ac:chgData name="Henrik René Jørgensen" userId="30082b67-84f4-4810-bef9-a3624c9ab0e1" providerId="ADAL" clId="{F2B30609-A3CF-4B56-BE1D-E38561BCC5C9}" dt="2024-06-04T12:23:40.805" v="20" actId="478"/>
          <ac:spMkLst>
            <pc:docMk/>
            <pc:sldMk cId="3106449110" sldId="274"/>
            <ac:spMk id="12" creationId="{AA6A6F87-D143-A092-618C-F9C3D1FD5C85}"/>
          </ac:spMkLst>
        </pc:spChg>
      </pc:sldChg>
      <pc:sldChg chg="delSp modSp mod">
        <pc:chgData name="Henrik René Jørgensen" userId="30082b67-84f4-4810-bef9-a3624c9ab0e1" providerId="ADAL" clId="{F2B30609-A3CF-4B56-BE1D-E38561BCC5C9}" dt="2024-06-04T12:23:37.863" v="19" actId="478"/>
        <pc:sldMkLst>
          <pc:docMk/>
          <pc:sldMk cId="2668283911" sldId="276"/>
        </pc:sldMkLst>
        <pc:spChg chg="mod">
          <ac:chgData name="Henrik René Jørgensen" userId="30082b67-84f4-4810-bef9-a3624c9ab0e1" providerId="ADAL" clId="{F2B30609-A3CF-4B56-BE1D-E38561BCC5C9}" dt="2024-06-04T12:00:03.833" v="12" actId="255"/>
          <ac:spMkLst>
            <pc:docMk/>
            <pc:sldMk cId="2668283911" sldId="276"/>
            <ac:spMk id="9" creationId="{7EE7F8C1-8FC1-E6F6-5C89-8BF8B86391C8}"/>
          </ac:spMkLst>
        </pc:spChg>
        <pc:spChg chg="del">
          <ac:chgData name="Henrik René Jørgensen" userId="30082b67-84f4-4810-bef9-a3624c9ab0e1" providerId="ADAL" clId="{F2B30609-A3CF-4B56-BE1D-E38561BCC5C9}" dt="2024-06-04T12:23:37.863" v="19" actId="478"/>
          <ac:spMkLst>
            <pc:docMk/>
            <pc:sldMk cId="2668283911" sldId="276"/>
            <ac:spMk id="11" creationId="{37C5FD6D-590E-6007-640B-788A1EC2C4D3}"/>
          </ac:spMkLst>
        </pc:spChg>
      </pc:sldChg>
    </pc:docChg>
  </pc:docChgLst>
  <pc:docChgLst>
    <pc:chgData name="Tingting Chen" userId="S::tchen@dtu.dk::c78ab8bc-f6f7-4e89-80fa-d57edda95493" providerId="AD" clId="Web-{5BBD1CC9-420F-A857-8CB5-54D4959706C4}"/>
    <pc:docChg chg="addSld delSld modSld sldOrd">
      <pc:chgData name="Tingting Chen" userId="S::tchen@dtu.dk::c78ab8bc-f6f7-4e89-80fa-d57edda95493" providerId="AD" clId="Web-{5BBD1CC9-420F-A857-8CB5-54D4959706C4}" dt="2024-05-30T15:09:28.877" v="73" actId="20577"/>
      <pc:docMkLst>
        <pc:docMk/>
      </pc:docMkLst>
      <pc:sldChg chg="modSp del">
        <pc:chgData name="Tingting Chen" userId="S::tchen@dtu.dk::c78ab8bc-f6f7-4e89-80fa-d57edda95493" providerId="AD" clId="Web-{5BBD1CC9-420F-A857-8CB5-54D4959706C4}" dt="2024-05-30T14:52:39.783" v="2"/>
        <pc:sldMkLst>
          <pc:docMk/>
          <pc:sldMk cId="7875218" sldId="272"/>
        </pc:sldMkLst>
        <pc:spChg chg="mod">
          <ac:chgData name="Tingting Chen" userId="S::tchen@dtu.dk::c78ab8bc-f6f7-4e89-80fa-d57edda95493" providerId="AD" clId="Web-{5BBD1CC9-420F-A857-8CB5-54D4959706C4}" dt="2024-05-30T14:52:28.643" v="1" actId="20577"/>
          <ac:spMkLst>
            <pc:docMk/>
            <pc:sldMk cId="7875218" sldId="272"/>
            <ac:spMk id="9" creationId="{7EE7F8C1-8FC1-E6F6-5C89-8BF8B86391C8}"/>
          </ac:spMkLst>
        </pc:spChg>
      </pc:sldChg>
      <pc:sldChg chg="modSp add del replId">
        <pc:chgData name="Tingting Chen" userId="S::tchen@dtu.dk::c78ab8bc-f6f7-4e89-80fa-d57edda95493" providerId="AD" clId="Web-{5BBD1CC9-420F-A857-8CB5-54D4959706C4}" dt="2024-05-30T15:02:31.552" v="72"/>
        <pc:sldMkLst>
          <pc:docMk/>
          <pc:sldMk cId="1679139060" sldId="275"/>
        </pc:sldMkLst>
        <pc:spChg chg="mod">
          <ac:chgData name="Tingting Chen" userId="S::tchen@dtu.dk::c78ab8bc-f6f7-4e89-80fa-d57edda95493" providerId="AD" clId="Web-{5BBD1CC9-420F-A857-8CB5-54D4959706C4}" dt="2024-05-30T15:00:55.721" v="62" actId="20577"/>
          <ac:spMkLst>
            <pc:docMk/>
            <pc:sldMk cId="1679139060" sldId="275"/>
            <ac:spMk id="9" creationId="{7EE7F8C1-8FC1-E6F6-5C89-8BF8B86391C8}"/>
          </ac:spMkLst>
        </pc:spChg>
      </pc:sldChg>
      <pc:sldChg chg="modSp add ord replId">
        <pc:chgData name="Tingting Chen" userId="S::tchen@dtu.dk::c78ab8bc-f6f7-4e89-80fa-d57edda95493" providerId="AD" clId="Web-{5BBD1CC9-420F-A857-8CB5-54D4959706C4}" dt="2024-05-30T15:09:28.877" v="73" actId="20577"/>
        <pc:sldMkLst>
          <pc:docMk/>
          <pc:sldMk cId="2668283911" sldId="276"/>
        </pc:sldMkLst>
        <pc:spChg chg="mod">
          <ac:chgData name="Tingting Chen" userId="S::tchen@dtu.dk::c78ab8bc-f6f7-4e89-80fa-d57edda95493" providerId="AD" clId="Web-{5BBD1CC9-420F-A857-8CB5-54D4959706C4}" dt="2024-05-30T15:02:25.395" v="71" actId="20577"/>
          <ac:spMkLst>
            <pc:docMk/>
            <pc:sldMk cId="2668283911" sldId="276"/>
            <ac:spMk id="9" creationId="{7EE7F8C1-8FC1-E6F6-5C89-8BF8B86391C8}"/>
          </ac:spMkLst>
        </pc:spChg>
        <pc:spChg chg="mod">
          <ac:chgData name="Tingting Chen" userId="S::tchen@dtu.dk::c78ab8bc-f6f7-4e89-80fa-d57edda95493" providerId="AD" clId="Web-{5BBD1CC9-420F-A857-8CB5-54D4959706C4}" dt="2024-05-30T15:09:28.877" v="73" actId="20577"/>
          <ac:spMkLst>
            <pc:docMk/>
            <pc:sldMk cId="2668283911" sldId="276"/>
            <ac:spMk id="11" creationId="{37C5FD6D-590E-6007-640B-788A1EC2C4D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spcBef>
                <a:spcPct val="0"/>
              </a:spcBef>
              <a:defRPr sz="1200"/>
            </a:lvl1pPr>
          </a:lstStyle>
          <a:p>
            <a:endParaRPr lang="da-DK" dirty="0">
              <a:latin typeface="Arial" panose="020B0604020202020204" pitchFamily="34" charset="0"/>
            </a:endParaRPr>
          </a:p>
        </p:txBody>
      </p:sp>
      <p:sp>
        <p:nvSpPr>
          <p:cNvPr id="6349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vl1pPr>
          </a:lstStyle>
          <a:p>
            <a:endParaRPr lang="da-DK" dirty="0">
              <a:latin typeface="Arial" panose="020B0604020202020204" pitchFamily="34" charset="0"/>
            </a:endParaRPr>
          </a:p>
        </p:txBody>
      </p:sp>
      <p:sp>
        <p:nvSpPr>
          <p:cNvPr id="6349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spcBef>
                <a:spcPct val="0"/>
              </a:spcBef>
              <a:defRPr sz="1200"/>
            </a:lvl1pPr>
          </a:lstStyle>
          <a:p>
            <a:endParaRPr lang="da-DK" dirty="0">
              <a:latin typeface="Arial" panose="020B0604020202020204" pitchFamily="34" charset="0"/>
            </a:endParaRPr>
          </a:p>
        </p:txBody>
      </p:sp>
      <p:sp>
        <p:nvSpPr>
          <p:cNvPr id="6349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vl1pPr>
          </a:lstStyle>
          <a:p>
            <a:fld id="{491ECFBD-4A0D-4BCF-98A8-E205F44719BF}" type="slidenum">
              <a:rPr lang="da-DK" smtClean="0">
                <a:latin typeface="Arial" panose="020B0604020202020204" pitchFamily="34" charset="0"/>
              </a:rPr>
              <a:pPr/>
              <a:t>‹#›</a:t>
            </a:fld>
            <a:endParaRPr lang="da-DK" dirty="0">
              <a:latin typeface="Arial" panose="020B0604020202020204" pitchFamily="34" charset="0"/>
            </a:endParaRPr>
          </a:p>
        </p:txBody>
      </p:sp>
    </p:spTree>
    <p:extLst>
      <p:ext uri="{BB962C8B-B14F-4D97-AF65-F5344CB8AC3E}">
        <p14:creationId xmlns:p14="http://schemas.microsoft.com/office/powerpoint/2010/main" val="13728099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da-DK" dirty="0"/>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atin typeface="Arial" panose="020B0604020202020204" pitchFamily="34" charset="0"/>
              </a:defRPr>
            </a:lvl1pPr>
          </a:lstStyle>
          <a:p>
            <a:endParaRPr lang="da-DK" dirty="0"/>
          </a:p>
        </p:txBody>
      </p:sp>
      <p:sp>
        <p:nvSpPr>
          <p:cNvPr id="3076"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a-DK" dirty="0" err="1"/>
              <a:t>Click</a:t>
            </a:r>
            <a:r>
              <a:rPr lang="da-DK" dirty="0"/>
              <a:t> to </a:t>
            </a:r>
            <a:r>
              <a:rPr lang="da-DK" dirty="0" err="1"/>
              <a:t>edit</a:t>
            </a:r>
            <a:r>
              <a:rPr lang="da-DK" dirty="0"/>
              <a:t> Master </a:t>
            </a:r>
            <a:r>
              <a:rPr lang="da-DK" dirty="0" err="1"/>
              <a:t>text</a:t>
            </a:r>
            <a:r>
              <a:rPr lang="da-DK" dirty="0"/>
              <a:t> </a:t>
            </a:r>
            <a:r>
              <a:rPr lang="da-DK" dirty="0" err="1"/>
              <a:t>styles</a:t>
            </a:r>
            <a:endParaRPr lang="da-DK" dirty="0"/>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da-DK" dirty="0"/>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atin typeface="Arial" panose="020B0604020202020204" pitchFamily="34" charset="0"/>
              </a:defRPr>
            </a:lvl1pPr>
          </a:lstStyle>
          <a:p>
            <a:fld id="{C734BB09-483B-4C4B-A5A4-C02A22055B01}" type="slidenum">
              <a:rPr lang="da-DK" smtClean="0"/>
              <a:pPr/>
              <a:t>‹#›</a:t>
            </a:fld>
            <a:endParaRPr lang="da-DK" dirty="0"/>
          </a:p>
        </p:txBody>
      </p:sp>
    </p:spTree>
    <p:extLst>
      <p:ext uri="{BB962C8B-B14F-4D97-AF65-F5344CB8AC3E}">
        <p14:creationId xmlns:p14="http://schemas.microsoft.com/office/powerpoint/2010/main" val="127783607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C734BB09-483B-4C4B-A5A4-C02A22055B01}" type="slidenum">
              <a:rPr lang="da-DK" smtClean="0"/>
              <a:pPr/>
              <a:t>2</a:t>
            </a:fld>
            <a:endParaRPr lang="da-DK" dirty="0"/>
          </a:p>
        </p:txBody>
      </p:sp>
    </p:spTree>
    <p:extLst>
      <p:ext uri="{BB962C8B-B14F-4D97-AF65-F5344CB8AC3E}">
        <p14:creationId xmlns:p14="http://schemas.microsoft.com/office/powerpoint/2010/main" val="3288360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C734BB09-483B-4C4B-A5A4-C02A22055B01}" type="slidenum">
              <a:rPr lang="da-DK" smtClean="0"/>
              <a:pPr/>
              <a:t>3</a:t>
            </a:fld>
            <a:endParaRPr lang="da-DK" dirty="0"/>
          </a:p>
        </p:txBody>
      </p:sp>
    </p:spTree>
    <p:extLst>
      <p:ext uri="{BB962C8B-B14F-4D97-AF65-F5344CB8AC3E}">
        <p14:creationId xmlns:p14="http://schemas.microsoft.com/office/powerpoint/2010/main" val="3288360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C734BB09-483B-4C4B-A5A4-C02A22055B01}" type="slidenum">
              <a:rPr lang="da-DK" smtClean="0"/>
              <a:pPr/>
              <a:t>4</a:t>
            </a:fld>
            <a:endParaRPr lang="da-DK" dirty="0"/>
          </a:p>
        </p:txBody>
      </p:sp>
    </p:spTree>
    <p:extLst>
      <p:ext uri="{BB962C8B-B14F-4D97-AF65-F5344CB8AC3E}">
        <p14:creationId xmlns:p14="http://schemas.microsoft.com/office/powerpoint/2010/main" val="1950342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C734BB09-483B-4C4B-A5A4-C02A22055B01}" type="slidenum">
              <a:rPr lang="da-DK" smtClean="0"/>
              <a:pPr/>
              <a:t>5</a:t>
            </a:fld>
            <a:endParaRPr lang="da-DK" dirty="0"/>
          </a:p>
        </p:txBody>
      </p:sp>
    </p:spTree>
    <p:extLst>
      <p:ext uri="{BB962C8B-B14F-4D97-AF65-F5344CB8AC3E}">
        <p14:creationId xmlns:p14="http://schemas.microsoft.com/office/powerpoint/2010/main" val="22816971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A">
    <p:bg>
      <p:bgPr>
        <a:solidFill>
          <a:schemeClr val="accent6"/>
        </a:solidFill>
        <a:effectLst/>
      </p:bgPr>
    </p:bg>
    <p:spTree>
      <p:nvGrpSpPr>
        <p:cNvPr id="1" name=""/>
        <p:cNvGrpSpPr/>
        <p:nvPr/>
      </p:nvGrpSpPr>
      <p:grpSpPr>
        <a:xfrm>
          <a:off x="0" y="0"/>
          <a:ext cx="0" cy="0"/>
          <a:chOff x="0" y="0"/>
          <a:chExt cx="0" cy="0"/>
        </a:xfrm>
      </p:grpSpPr>
      <p:sp>
        <p:nvSpPr>
          <p:cNvPr id="2" name="Background"/>
          <p:cNvSpPr/>
          <p:nvPr userDrawn="1"/>
        </p:nvSpPr>
        <p:spPr bwMode="auto">
          <a:xfrm>
            <a:off x="0" y="0"/>
            <a:ext cx="0" cy="0"/>
          </a:xfrm>
          <a:prstGeom prst="rect">
            <a:avLst/>
          </a:prstGeom>
          <a:solidFill>
            <a:srgbClr val="FC7634"/>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1" name="Logo white">
            <a:extLst>
              <a:ext uri="{FF2B5EF4-FFF2-40B4-BE49-F238E27FC236}">
                <a16:creationId xmlns:a16="http://schemas.microsoft.com/office/drawing/2014/main" id="{275A6477-FE3A-4D40-B1FE-E46C11E344A5}"/>
              </a:ext>
            </a:extLst>
          </p:cNvPr>
          <p:cNvSpPr>
            <a:spLocks noChangeAspect="1"/>
          </p:cNvSpPr>
          <p:nvPr userDrawn="1">
            <p:custDataLst>
              <p:tags r:id="rId1"/>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bg1"/>
                </a:solidFill>
              </a:defRPr>
            </a:lvl1pPr>
          </a:lstStyle>
          <a:p>
            <a:pPr lvl="0"/>
            <a:r>
              <a:rPr lang="da-DK" noProof="0"/>
              <a:t>Klik for at redigere titeltypografien i masteren</a:t>
            </a:r>
            <a:endParaRPr lang="en-GB" noProof="0" dirty="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bg1"/>
                </a:solidFill>
              </a:defRPr>
            </a:lvl1pPr>
          </a:lstStyle>
          <a:p>
            <a:pPr lvl="0"/>
            <a:r>
              <a:rPr lang="da-DK" noProof="0"/>
              <a:t>Klik for at redigere undertiteltypografien i masteren</a:t>
            </a:r>
            <a:endParaRPr lang="en-GB" noProof="0" dirty="0"/>
          </a:p>
        </p:txBody>
      </p:sp>
      <p:sp>
        <p:nvSpPr>
          <p:cNvPr id="3" name="Footer Placeholder 2">
            <a:extLst>
              <a:ext uri="{FF2B5EF4-FFF2-40B4-BE49-F238E27FC236}">
                <a16:creationId xmlns:a16="http://schemas.microsoft.com/office/drawing/2014/main" id="{F2117C6C-7BC3-4888-BC29-FAB17565D119}"/>
              </a:ext>
            </a:extLst>
          </p:cNvPr>
          <p:cNvSpPr>
            <a:spLocks noGrp="1"/>
          </p:cNvSpPr>
          <p:nvPr>
            <p:ph type="ftr" sz="quarter" idx="16"/>
          </p:nvPr>
        </p:nvSpPr>
        <p:spPr/>
        <p:txBody>
          <a:bodyPr/>
          <a:lstStyle>
            <a:lvl1pPr>
              <a:defRPr>
                <a:solidFill>
                  <a:schemeClr val="bg1"/>
                </a:solidFill>
              </a:defRPr>
            </a:lvl1pPr>
          </a:lstStyle>
          <a:p>
            <a:r>
              <a:rPr lang="en-GB" dirty="0"/>
              <a:t>Title</a:t>
            </a:r>
          </a:p>
        </p:txBody>
      </p:sp>
      <p:sp>
        <p:nvSpPr>
          <p:cNvPr id="4" name="Slide Number Placeholder 3">
            <a:extLst>
              <a:ext uri="{FF2B5EF4-FFF2-40B4-BE49-F238E27FC236}">
                <a16:creationId xmlns:a16="http://schemas.microsoft.com/office/drawing/2014/main" id="{E77E4668-D07F-4B96-9755-175402734855}"/>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
        <p:nvSpPr>
          <p:cNvPr id="5" name="Date Placeholder 4">
            <a:extLst>
              <a:ext uri="{FF2B5EF4-FFF2-40B4-BE49-F238E27FC236}">
                <a16:creationId xmlns:a16="http://schemas.microsoft.com/office/drawing/2014/main" id="{389654E3-8C97-7C79-5D4F-2B98E799C9E3}"/>
              </a:ext>
            </a:extLst>
          </p:cNvPr>
          <p:cNvSpPr>
            <a:spLocks noGrp="1"/>
          </p:cNvSpPr>
          <p:nvPr>
            <p:ph type="dt" sz="half" idx="18"/>
          </p:nvPr>
        </p:nvSpPr>
        <p:spPr/>
        <p:txBody>
          <a:bodyPr/>
          <a:lstStyle/>
          <a:p>
            <a:r>
              <a:rPr lang="da-DK"/>
              <a:t>Date</a:t>
            </a:r>
            <a:endParaRPr lang="en-GB" dirty="0"/>
          </a:p>
        </p:txBody>
      </p:sp>
    </p:spTree>
    <p:extLst>
      <p:ext uri="{BB962C8B-B14F-4D97-AF65-F5344CB8AC3E}">
        <p14:creationId xmlns:p14="http://schemas.microsoft.com/office/powerpoint/2010/main" val="32272145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B">
    <p:bg>
      <p:bgRef idx="1001">
        <a:schemeClr val="bg1"/>
      </p:bgRef>
    </p:bg>
    <p:spTree>
      <p:nvGrpSpPr>
        <p:cNvPr id="1" name=""/>
        <p:cNvGrpSpPr/>
        <p:nvPr/>
      </p:nvGrpSpPr>
      <p:grpSpPr>
        <a:xfrm>
          <a:off x="0" y="0"/>
          <a:ext cx="0" cy="0"/>
          <a:chOff x="0" y="0"/>
          <a:chExt cx="0" cy="0"/>
        </a:xfrm>
      </p:grpSpPr>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tx1"/>
                </a:solidFill>
              </a:defRPr>
            </a:lvl1pPr>
          </a:lstStyle>
          <a:p>
            <a:pPr lvl="0"/>
            <a:r>
              <a:rPr lang="da-DK" noProof="0"/>
              <a:t>Klik for at redigere titeltypografien i masteren</a:t>
            </a:r>
            <a:endParaRPr lang="en-GB" noProof="0" dirty="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tx1"/>
                </a:solidFill>
              </a:defRPr>
            </a:lvl1pPr>
          </a:lstStyle>
          <a:p>
            <a:pPr lvl="0"/>
            <a:r>
              <a:rPr lang="da-DK" noProof="0"/>
              <a:t>Klik for at redigere undertiteltypografien i masteren</a:t>
            </a:r>
            <a:endParaRPr lang="en-GB" noProof="0" dirty="0"/>
          </a:p>
        </p:txBody>
      </p:sp>
      <p:sp>
        <p:nvSpPr>
          <p:cNvPr id="3" name="Footer Placeholder 2">
            <a:extLst>
              <a:ext uri="{FF2B5EF4-FFF2-40B4-BE49-F238E27FC236}">
                <a16:creationId xmlns:a16="http://schemas.microsoft.com/office/drawing/2014/main" id="{71346B4F-F02C-40EC-9B70-932B18214C6A}"/>
              </a:ext>
            </a:extLst>
          </p:cNvPr>
          <p:cNvSpPr>
            <a:spLocks noGrp="1"/>
          </p:cNvSpPr>
          <p:nvPr>
            <p:ph type="ftr" sz="quarter" idx="16"/>
          </p:nvPr>
        </p:nvSpPr>
        <p:spPr/>
        <p:txBody>
          <a:bodyPr/>
          <a:lstStyle/>
          <a:p>
            <a:r>
              <a:rPr lang="en-GB" dirty="0"/>
              <a:t>Title</a:t>
            </a:r>
          </a:p>
        </p:txBody>
      </p:sp>
      <p:sp>
        <p:nvSpPr>
          <p:cNvPr id="4" name="Slide Number Placeholder 3">
            <a:extLst>
              <a:ext uri="{FF2B5EF4-FFF2-40B4-BE49-F238E27FC236}">
                <a16:creationId xmlns:a16="http://schemas.microsoft.com/office/drawing/2014/main" id="{FE67EB69-BB5A-407E-BF0A-1CB9B24506D8}"/>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
        <p:nvSpPr>
          <p:cNvPr id="2" name="Date Placeholder 1">
            <a:extLst>
              <a:ext uri="{FF2B5EF4-FFF2-40B4-BE49-F238E27FC236}">
                <a16:creationId xmlns:a16="http://schemas.microsoft.com/office/drawing/2014/main" id="{5C8B6288-E3A4-25D7-4A73-88CD67FC644A}"/>
              </a:ext>
            </a:extLst>
          </p:cNvPr>
          <p:cNvSpPr>
            <a:spLocks noGrp="1"/>
          </p:cNvSpPr>
          <p:nvPr>
            <p:ph type="dt" sz="half" idx="18"/>
          </p:nvPr>
        </p:nvSpPr>
        <p:spPr/>
        <p:txBody>
          <a:bodyPr/>
          <a:lstStyle/>
          <a:p>
            <a:r>
              <a:rPr lang="da-DK"/>
              <a:t>Date</a:t>
            </a:r>
            <a:endParaRPr lang="en-GB" dirty="0"/>
          </a:p>
        </p:txBody>
      </p:sp>
    </p:spTree>
    <p:extLst>
      <p:ext uri="{BB962C8B-B14F-4D97-AF65-F5344CB8AC3E}">
        <p14:creationId xmlns:p14="http://schemas.microsoft.com/office/powerpoint/2010/main" val="122591931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8A0E3C-0CE1-4BBF-A912-5A81BF3B7BCA}"/>
              </a:ext>
            </a:extLst>
          </p:cNvPr>
          <p:cNvSpPr>
            <a:spLocks noGrp="1"/>
          </p:cNvSpPr>
          <p:nvPr>
            <p:ph type="title"/>
          </p:nvPr>
        </p:nvSpPr>
        <p:spPr/>
        <p:txBody>
          <a:bodyPr/>
          <a:lstStyle/>
          <a:p>
            <a:r>
              <a:rPr lang="da-DK"/>
              <a:t>Klik for at redigere titeltypografien i masteren</a:t>
            </a:r>
            <a:endParaRPr lang="en-GB" dirty="0"/>
          </a:p>
        </p:txBody>
      </p:sp>
      <p:sp>
        <p:nvSpPr>
          <p:cNvPr id="3" name="Content Placeholder 2"/>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2" name="Footer Placeholder 1">
            <a:extLst>
              <a:ext uri="{FF2B5EF4-FFF2-40B4-BE49-F238E27FC236}">
                <a16:creationId xmlns:a16="http://schemas.microsoft.com/office/drawing/2014/main" id="{1FCA8860-CDAD-4F91-9292-2B11655C191E}"/>
              </a:ext>
            </a:extLst>
          </p:cNvPr>
          <p:cNvSpPr>
            <a:spLocks noGrp="1"/>
          </p:cNvSpPr>
          <p:nvPr>
            <p:ph type="ftr" sz="quarter" idx="10"/>
          </p:nvPr>
        </p:nvSpPr>
        <p:spPr/>
        <p:txBody>
          <a:bodyPr/>
          <a:lstStyle/>
          <a:p>
            <a:r>
              <a:rPr lang="en-GB" dirty="0"/>
              <a:t>Title</a:t>
            </a:r>
          </a:p>
        </p:txBody>
      </p:sp>
      <p:sp>
        <p:nvSpPr>
          <p:cNvPr id="6" name="Slide Number Placeholder 5">
            <a:extLst>
              <a:ext uri="{FF2B5EF4-FFF2-40B4-BE49-F238E27FC236}">
                <a16:creationId xmlns:a16="http://schemas.microsoft.com/office/drawing/2014/main" id="{88C7A21B-9B48-4777-BF0D-9FB95719C2E7}"/>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4" name="Date Placeholder 3">
            <a:extLst>
              <a:ext uri="{FF2B5EF4-FFF2-40B4-BE49-F238E27FC236}">
                <a16:creationId xmlns:a16="http://schemas.microsoft.com/office/drawing/2014/main" id="{E65F6643-3F1A-C522-8B10-AAA4126632AB}"/>
              </a:ext>
            </a:extLst>
          </p:cNvPr>
          <p:cNvSpPr>
            <a:spLocks noGrp="1"/>
          </p:cNvSpPr>
          <p:nvPr>
            <p:ph type="dt" sz="half" idx="12"/>
          </p:nvPr>
        </p:nvSpPr>
        <p:spPr/>
        <p:txBody>
          <a:bodyPr/>
          <a:lstStyle/>
          <a:p>
            <a:r>
              <a:rPr lang="da-DK"/>
              <a:t>Date</a:t>
            </a:r>
            <a:endParaRPr lang="en-GB" dirty="0"/>
          </a:p>
        </p:txBody>
      </p:sp>
    </p:spTree>
    <p:extLst>
      <p:ext uri="{BB962C8B-B14F-4D97-AF65-F5344CB8AC3E}">
        <p14:creationId xmlns:p14="http://schemas.microsoft.com/office/powerpoint/2010/main" val="1187774059"/>
      </p:ext>
    </p:extLst>
  </p:cSld>
  <p:clrMapOvr>
    <a:masterClrMapping/>
  </p:clrMapOvr>
  <p:extLst>
    <p:ext uri="{DCECCB84-F9BA-43D5-87BE-67443E8EF086}">
      <p15:sldGuideLst xmlns:p15="http://schemas.microsoft.com/office/powerpoint/2012/main">
        <p15:guide id="1" pos="6984" userDrawn="1">
          <p15:clr>
            <a:srgbClr val="F26B43"/>
          </p15:clr>
        </p15:guide>
        <p15:guide id="2" pos="1117" userDrawn="1">
          <p15:clr>
            <a:srgbClr val="F26B43"/>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o indholdsobjekter">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EB1D5E1-0C4E-4A74-BE37-26307F7E2821}"/>
              </a:ext>
            </a:extLst>
          </p:cNvPr>
          <p:cNvSpPr>
            <a:spLocks noGrp="1"/>
          </p:cNvSpPr>
          <p:nvPr>
            <p:ph type="title"/>
          </p:nvPr>
        </p:nvSpPr>
        <p:spPr>
          <a:xfrm>
            <a:off x="1774726" y="426127"/>
            <a:ext cx="9312374" cy="972716"/>
          </a:xfrm>
        </p:spPr>
        <p:txBody>
          <a:bodyPr/>
          <a:lstStyle/>
          <a:p>
            <a:r>
              <a:rPr lang="da-DK"/>
              <a:t>Klik for at redigere titeltypografien i masteren</a:t>
            </a:r>
            <a:endParaRPr lang="en-GB" dirty="0"/>
          </a:p>
        </p:txBody>
      </p:sp>
      <p:sp>
        <p:nvSpPr>
          <p:cNvPr id="3" name="Content Placeholder 2"/>
          <p:cNvSpPr>
            <a:spLocks noGrp="1"/>
          </p:cNvSpPr>
          <p:nvPr>
            <p:ph sz="half" idx="1"/>
          </p:nvPr>
        </p:nvSpPr>
        <p:spPr>
          <a:xfrm>
            <a:off x="1774800" y="1706399"/>
            <a:ext cx="4410177"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4" name="Content Placeholder 3"/>
          <p:cNvSpPr>
            <a:spLocks noGrp="1"/>
          </p:cNvSpPr>
          <p:nvPr>
            <p:ph sz="half" idx="2"/>
          </p:nvPr>
        </p:nvSpPr>
        <p:spPr>
          <a:xfrm>
            <a:off x="6678001" y="1706399"/>
            <a:ext cx="4409100"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7" name="Footer Placeholder 6">
            <a:extLst>
              <a:ext uri="{FF2B5EF4-FFF2-40B4-BE49-F238E27FC236}">
                <a16:creationId xmlns:a16="http://schemas.microsoft.com/office/drawing/2014/main" id="{02499420-B0E8-4C8A-8C00-E21262271ADD}"/>
              </a:ext>
            </a:extLst>
          </p:cNvPr>
          <p:cNvSpPr>
            <a:spLocks noGrp="1"/>
          </p:cNvSpPr>
          <p:nvPr>
            <p:ph type="ftr" sz="quarter" idx="10"/>
          </p:nvPr>
        </p:nvSpPr>
        <p:spPr/>
        <p:txBody>
          <a:bodyPr/>
          <a:lstStyle/>
          <a:p>
            <a:r>
              <a:rPr lang="en-GB" dirty="0"/>
              <a:t>Title</a:t>
            </a:r>
          </a:p>
        </p:txBody>
      </p:sp>
      <p:sp>
        <p:nvSpPr>
          <p:cNvPr id="8" name="Slide Number Placeholder 7">
            <a:extLst>
              <a:ext uri="{FF2B5EF4-FFF2-40B4-BE49-F238E27FC236}">
                <a16:creationId xmlns:a16="http://schemas.microsoft.com/office/drawing/2014/main" id="{E3EE7F0E-E606-41AC-BBBF-B5AECB1112EB}"/>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2" name="Date Placeholder 1">
            <a:extLst>
              <a:ext uri="{FF2B5EF4-FFF2-40B4-BE49-F238E27FC236}">
                <a16:creationId xmlns:a16="http://schemas.microsoft.com/office/drawing/2014/main" id="{58306A58-3FFC-AF7F-632E-13C006F10686}"/>
              </a:ext>
            </a:extLst>
          </p:cNvPr>
          <p:cNvSpPr>
            <a:spLocks noGrp="1"/>
          </p:cNvSpPr>
          <p:nvPr>
            <p:ph type="dt" sz="half" idx="12"/>
          </p:nvPr>
        </p:nvSpPr>
        <p:spPr/>
        <p:txBody>
          <a:bodyPr/>
          <a:lstStyle/>
          <a:p>
            <a:r>
              <a:rPr lang="da-DK"/>
              <a:t>Date</a:t>
            </a:r>
            <a:endParaRPr lang="en-GB" dirty="0"/>
          </a:p>
        </p:txBody>
      </p:sp>
    </p:spTree>
    <p:extLst>
      <p:ext uri="{BB962C8B-B14F-4D97-AF65-F5344CB8AC3E}">
        <p14:creationId xmlns:p14="http://schemas.microsoft.com/office/powerpoint/2010/main" val="4150573203"/>
      </p:ext>
    </p:extLst>
  </p:cSld>
  <p:clrMapOvr>
    <a:masterClrMapping/>
  </p:clrMapOvr>
  <p:extLst>
    <p:ext uri="{DCECCB84-F9BA-43D5-87BE-67443E8EF086}">
      <p15:sldGuideLst xmlns:p15="http://schemas.microsoft.com/office/powerpoint/2012/main">
        <p15:guide id="1" pos="1118">
          <p15:clr>
            <a:srgbClr val="F26B43"/>
          </p15:clr>
        </p15:guide>
        <p15:guide id="2" pos="3896">
          <p15:clr>
            <a:srgbClr val="F26B43"/>
          </p15:clr>
        </p15:guide>
        <p15:guide id="3" pos="4205">
          <p15:clr>
            <a:srgbClr val="F26B43"/>
          </p15:clr>
        </p15:guide>
        <p15:guide id="4" pos="6984">
          <p15:clr>
            <a:srgbClr val="F26B43"/>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and two pictures">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0A2595F-A737-4D92-946C-EC0BBF885334}"/>
              </a:ext>
            </a:extLst>
          </p:cNvPr>
          <p:cNvSpPr>
            <a:spLocks noGrp="1"/>
          </p:cNvSpPr>
          <p:nvPr>
            <p:ph type="title"/>
          </p:nvPr>
        </p:nvSpPr>
        <p:spPr>
          <a:xfrm>
            <a:off x="1774726" y="426127"/>
            <a:ext cx="6048672" cy="972716"/>
          </a:xfrm>
        </p:spPr>
        <p:txBody>
          <a:bodyPr/>
          <a:lstStyle/>
          <a:p>
            <a:r>
              <a:rPr lang="da-DK"/>
              <a:t>Klik for at redigere titeltypografien i masteren</a:t>
            </a:r>
            <a:endParaRPr lang="en-GB" dirty="0"/>
          </a:p>
        </p:txBody>
      </p:sp>
      <p:sp>
        <p:nvSpPr>
          <p:cNvPr id="3" name="Content Placeholder 2"/>
          <p:cNvSpPr>
            <a:spLocks noGrp="1"/>
          </p:cNvSpPr>
          <p:nvPr>
            <p:ph idx="1"/>
          </p:nvPr>
        </p:nvSpPr>
        <p:spPr>
          <a:xfrm>
            <a:off x="1774726" y="1706328"/>
            <a:ext cx="6048672" cy="454557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8331213" y="849734"/>
            <a:ext cx="3859200" cy="2505600"/>
          </a:xfrm>
        </p:spPr>
        <p:txBody>
          <a:bodyPr/>
          <a:lstStyle>
            <a:lvl1pPr marL="0" indent="0" algn="ctr">
              <a:buNone/>
              <a:defRPr sz="1200"/>
            </a:lvl1pPr>
          </a:lstStyle>
          <a:p>
            <a:r>
              <a:rPr lang="en-GB" dirty="0"/>
              <a:t>Click the placeholder and paste image via Skyfish icon</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8331213" y="3563718"/>
            <a:ext cx="3859200" cy="2505600"/>
          </a:xfrm>
        </p:spPr>
        <p:txBody>
          <a:bodyPr/>
          <a:lstStyle>
            <a:lvl1pPr marL="0" indent="0" algn="ctr">
              <a:buNone/>
              <a:defRPr sz="1200"/>
            </a:lvl1pPr>
          </a:lstStyle>
          <a:p>
            <a:r>
              <a:rPr lang="en-GB" dirty="0"/>
              <a:t>Click the placeholder and paste image via Skyfish icon</a:t>
            </a:r>
          </a:p>
          <a:p>
            <a:endParaRPr lang="en-GB" dirty="0"/>
          </a:p>
        </p:txBody>
      </p:sp>
      <p:sp>
        <p:nvSpPr>
          <p:cNvPr id="2" name="Footer Placeholder 1">
            <a:extLst>
              <a:ext uri="{FF2B5EF4-FFF2-40B4-BE49-F238E27FC236}">
                <a16:creationId xmlns:a16="http://schemas.microsoft.com/office/drawing/2014/main" id="{D2986237-C7E2-4498-82A4-361A340A6504}"/>
              </a:ext>
            </a:extLst>
          </p:cNvPr>
          <p:cNvSpPr>
            <a:spLocks noGrp="1"/>
          </p:cNvSpPr>
          <p:nvPr>
            <p:ph type="ftr" sz="quarter" idx="15"/>
          </p:nvPr>
        </p:nvSpPr>
        <p:spPr/>
        <p:txBody>
          <a:bodyPr/>
          <a:lstStyle/>
          <a:p>
            <a:r>
              <a:rPr lang="en-GB" dirty="0"/>
              <a:t>Title</a:t>
            </a:r>
          </a:p>
        </p:txBody>
      </p:sp>
      <p:sp>
        <p:nvSpPr>
          <p:cNvPr id="6" name="Slide Number Placeholder 5">
            <a:extLst>
              <a:ext uri="{FF2B5EF4-FFF2-40B4-BE49-F238E27FC236}">
                <a16:creationId xmlns:a16="http://schemas.microsoft.com/office/drawing/2014/main" id="{21664EEF-2B63-484E-803A-4FCD66F243A5}"/>
              </a:ext>
            </a:extLst>
          </p:cNvPr>
          <p:cNvSpPr>
            <a:spLocks noGrp="1"/>
          </p:cNvSpPr>
          <p:nvPr>
            <p:ph type="sldNum" sz="quarter" idx="16"/>
          </p:nvPr>
        </p:nvSpPr>
        <p:spPr/>
        <p:txBody>
          <a:bodyPr/>
          <a:lstStyle/>
          <a:p>
            <a:fld id="{103EA872-A674-449B-A120-B97244F8E91D}" type="slidenum">
              <a:rPr lang="en-GB" smtClean="0"/>
              <a:pPr/>
              <a:t>‹#›</a:t>
            </a:fld>
            <a:endParaRPr lang="en-GB" dirty="0"/>
          </a:p>
        </p:txBody>
      </p:sp>
      <p:sp>
        <p:nvSpPr>
          <p:cNvPr id="4" name="Date Placeholder 3">
            <a:extLst>
              <a:ext uri="{FF2B5EF4-FFF2-40B4-BE49-F238E27FC236}">
                <a16:creationId xmlns:a16="http://schemas.microsoft.com/office/drawing/2014/main" id="{42094E2B-D4AD-C3AB-889B-170180697282}"/>
              </a:ext>
            </a:extLst>
          </p:cNvPr>
          <p:cNvSpPr>
            <a:spLocks noGrp="1"/>
          </p:cNvSpPr>
          <p:nvPr>
            <p:ph type="dt" sz="half" idx="17"/>
          </p:nvPr>
        </p:nvSpPr>
        <p:spPr/>
        <p:txBody>
          <a:bodyPr/>
          <a:lstStyle/>
          <a:p>
            <a:r>
              <a:rPr lang="da-DK"/>
              <a:t>Date</a:t>
            </a:r>
            <a:endParaRPr lang="en-GB" dirty="0"/>
          </a:p>
        </p:txBody>
      </p:sp>
    </p:spTree>
    <p:extLst>
      <p:ext uri="{BB962C8B-B14F-4D97-AF65-F5344CB8AC3E}">
        <p14:creationId xmlns:p14="http://schemas.microsoft.com/office/powerpoint/2010/main" val="3922670733"/>
      </p:ext>
    </p:extLst>
  </p:cSld>
  <p:clrMapOvr>
    <a:masterClrMapping/>
  </p:clrMapOvr>
  <p:extLst>
    <p:ext uri="{DCECCB84-F9BA-43D5-87BE-67443E8EF086}">
      <p15:sldGuideLst xmlns:p15="http://schemas.microsoft.com/office/powerpoint/2012/main">
        <p15:guide id="1" pos="4927" userDrawn="1">
          <p15:clr>
            <a:srgbClr val="F26B43"/>
          </p15:clr>
        </p15:guide>
        <p15:guide id="2" pos="5247" userDrawn="1">
          <p15:clr>
            <a:srgbClr val="F26B43"/>
          </p15:clr>
        </p15:guide>
        <p15:guide id="3" pos="1117" userDrawn="1">
          <p15:clr>
            <a:srgbClr val="F26B43"/>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pictures and tex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92213382-11A1-48CE-B0A0-D8A7D26861FB}"/>
              </a:ext>
            </a:extLst>
          </p:cNvPr>
          <p:cNvSpPr>
            <a:spLocks noGrp="1"/>
          </p:cNvSpPr>
          <p:nvPr>
            <p:ph type="title"/>
          </p:nvPr>
        </p:nvSpPr>
        <p:spPr>
          <a:xfrm>
            <a:off x="4221360" y="426127"/>
            <a:ext cx="6865740" cy="972716"/>
          </a:xfrm>
        </p:spPr>
        <p:txBody>
          <a:bodyPr/>
          <a:lstStyle/>
          <a:p>
            <a:r>
              <a:rPr lang="da-DK"/>
              <a:t>Klik for at redigere titeltypografien i masteren</a:t>
            </a:r>
            <a:endParaRPr lang="en-GB" dirty="0"/>
          </a:p>
        </p:txBody>
      </p:sp>
      <p:sp>
        <p:nvSpPr>
          <p:cNvPr id="3" name="Content Placeholder 2"/>
          <p:cNvSpPr>
            <a:spLocks noGrp="1"/>
          </p:cNvSpPr>
          <p:nvPr>
            <p:ph idx="1"/>
          </p:nvPr>
        </p:nvSpPr>
        <p:spPr>
          <a:xfrm>
            <a:off x="4221360" y="1706328"/>
            <a:ext cx="6865740" cy="454557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1" y="1314523"/>
            <a:ext cx="3708000" cy="2455200"/>
          </a:xfrm>
        </p:spPr>
        <p:txBody>
          <a:bodyPr/>
          <a:lstStyle>
            <a:lvl1pPr marL="0" indent="0" algn="ctr">
              <a:buNone/>
              <a:defRPr sz="1200"/>
            </a:lvl1pPr>
          </a:lstStyle>
          <a:p>
            <a:r>
              <a:rPr lang="en-GB" dirty="0"/>
              <a:t>Click the placeholder and paste image via Skyfish icon</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1" y="3968153"/>
            <a:ext cx="3708000" cy="2455200"/>
          </a:xfrm>
        </p:spPr>
        <p:txBody>
          <a:bodyPr/>
          <a:lstStyle>
            <a:lvl1pPr marL="0" indent="0" algn="ctr">
              <a:buNone/>
              <a:defRPr sz="1200"/>
            </a:lvl1pPr>
          </a:lstStyle>
          <a:p>
            <a:r>
              <a:rPr lang="en-GB" dirty="0"/>
              <a:t>Click the placeholder and paste image via Skyfish icon</a:t>
            </a:r>
          </a:p>
          <a:p>
            <a:endParaRPr lang="en-GB" dirty="0"/>
          </a:p>
        </p:txBody>
      </p:sp>
      <p:sp>
        <p:nvSpPr>
          <p:cNvPr id="2" name="Footer Placeholder 1">
            <a:extLst>
              <a:ext uri="{FF2B5EF4-FFF2-40B4-BE49-F238E27FC236}">
                <a16:creationId xmlns:a16="http://schemas.microsoft.com/office/drawing/2014/main" id="{AE26B732-1A52-4AA9-89FC-8FC5439E40DC}"/>
              </a:ext>
            </a:extLst>
          </p:cNvPr>
          <p:cNvSpPr>
            <a:spLocks noGrp="1"/>
          </p:cNvSpPr>
          <p:nvPr>
            <p:ph type="ftr" sz="quarter" idx="15"/>
          </p:nvPr>
        </p:nvSpPr>
        <p:spPr/>
        <p:txBody>
          <a:bodyPr/>
          <a:lstStyle/>
          <a:p>
            <a:r>
              <a:rPr lang="en-GB" dirty="0"/>
              <a:t>Title</a:t>
            </a:r>
          </a:p>
        </p:txBody>
      </p:sp>
      <p:sp>
        <p:nvSpPr>
          <p:cNvPr id="6" name="Slide Number Placeholder 5">
            <a:extLst>
              <a:ext uri="{FF2B5EF4-FFF2-40B4-BE49-F238E27FC236}">
                <a16:creationId xmlns:a16="http://schemas.microsoft.com/office/drawing/2014/main" id="{3B25D0DC-E43F-43DA-AA0F-C0C54C8939F7}"/>
              </a:ext>
            </a:extLst>
          </p:cNvPr>
          <p:cNvSpPr>
            <a:spLocks noGrp="1"/>
          </p:cNvSpPr>
          <p:nvPr>
            <p:ph type="sldNum" sz="quarter" idx="16"/>
          </p:nvPr>
        </p:nvSpPr>
        <p:spPr/>
        <p:txBody>
          <a:bodyPr/>
          <a:lstStyle/>
          <a:p>
            <a:fld id="{103EA872-A674-449B-A120-B97244F8E91D}" type="slidenum">
              <a:rPr lang="en-GB" smtClean="0"/>
              <a:pPr/>
              <a:t>‹#›</a:t>
            </a:fld>
            <a:endParaRPr lang="en-GB" dirty="0"/>
          </a:p>
        </p:txBody>
      </p:sp>
      <p:sp>
        <p:nvSpPr>
          <p:cNvPr id="4" name="Date Placeholder 3">
            <a:extLst>
              <a:ext uri="{FF2B5EF4-FFF2-40B4-BE49-F238E27FC236}">
                <a16:creationId xmlns:a16="http://schemas.microsoft.com/office/drawing/2014/main" id="{31BAEEAF-FCEB-199C-0717-FEF6150710A2}"/>
              </a:ext>
            </a:extLst>
          </p:cNvPr>
          <p:cNvSpPr>
            <a:spLocks noGrp="1"/>
          </p:cNvSpPr>
          <p:nvPr>
            <p:ph type="dt" sz="half" idx="17"/>
          </p:nvPr>
        </p:nvSpPr>
        <p:spPr/>
        <p:txBody>
          <a:bodyPr/>
          <a:lstStyle/>
          <a:p>
            <a:r>
              <a:rPr lang="da-DK"/>
              <a:t>Date</a:t>
            </a:r>
            <a:endParaRPr lang="en-GB" dirty="0"/>
          </a:p>
        </p:txBody>
      </p:sp>
    </p:spTree>
    <p:extLst>
      <p:ext uri="{BB962C8B-B14F-4D97-AF65-F5344CB8AC3E}">
        <p14:creationId xmlns:p14="http://schemas.microsoft.com/office/powerpoint/2010/main" val="1283562364"/>
      </p:ext>
    </p:extLst>
  </p:cSld>
  <p:clrMapOvr>
    <a:masterClrMapping/>
  </p:clrMapOvr>
  <p:extLst>
    <p:ext uri="{DCECCB84-F9BA-43D5-87BE-67443E8EF086}">
      <p15:sldGuideLst xmlns:p15="http://schemas.microsoft.com/office/powerpoint/2012/main">
        <p15:guide id="1" pos="6984" userDrawn="1">
          <p15:clr>
            <a:srgbClr val="F26B43"/>
          </p15:clr>
        </p15:guide>
        <p15:guide id="2" pos="2660" userDrawn="1">
          <p15:clr>
            <a:srgbClr val="F26B43"/>
          </p15:clr>
        </p15:guide>
        <p15:guide id="3" pos="2335" userDrawn="1">
          <p15:clr>
            <a:srgbClr val="F26B43"/>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53C3-F3F7-4638-96F8-7CF20CB55E0C}"/>
              </a:ext>
            </a:extLst>
          </p:cNvPr>
          <p:cNvSpPr>
            <a:spLocks noGrp="1"/>
          </p:cNvSpPr>
          <p:nvPr>
            <p:ph type="title" hasCustomPrompt="1"/>
          </p:nvPr>
        </p:nvSpPr>
        <p:spPr>
          <a:xfrm>
            <a:off x="247650" y="980727"/>
            <a:ext cx="3740400" cy="418115"/>
          </a:xfrm>
        </p:spPr>
        <p:txBody>
          <a:bodyPr/>
          <a:lstStyle>
            <a:lvl1pPr>
              <a:defRPr sz="2400"/>
            </a:lvl1pPr>
          </a:lstStyle>
          <a:p>
            <a:r>
              <a:rPr lang="en-US" dirty="0"/>
              <a:t>Click to add title one line</a:t>
            </a:r>
            <a:endParaRPr lang="en-GB" dirty="0"/>
          </a:p>
        </p:txBody>
      </p:sp>
      <p:sp>
        <p:nvSpPr>
          <p:cNvPr id="15" name="Content Placeholder 2">
            <a:extLst>
              <a:ext uri="{FF2B5EF4-FFF2-40B4-BE49-F238E27FC236}">
                <a16:creationId xmlns:a16="http://schemas.microsoft.com/office/drawing/2014/main" id="{CC0DB591-4602-46B3-B1C3-1E64148AB9B7}"/>
              </a:ext>
            </a:extLst>
          </p:cNvPr>
          <p:cNvSpPr>
            <a:spLocks noGrp="1"/>
          </p:cNvSpPr>
          <p:nvPr>
            <p:ph idx="1"/>
          </p:nvPr>
        </p:nvSpPr>
        <p:spPr>
          <a:xfrm>
            <a:off x="247650" y="4407150"/>
            <a:ext cx="3740400" cy="184442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19" name="Text Placeholder 18">
            <a:extLst>
              <a:ext uri="{FF2B5EF4-FFF2-40B4-BE49-F238E27FC236}">
                <a16:creationId xmlns:a16="http://schemas.microsoft.com/office/drawing/2014/main" id="{68416079-1CFC-426F-A6ED-5AB355FC545F}"/>
              </a:ext>
            </a:extLst>
          </p:cNvPr>
          <p:cNvSpPr>
            <a:spLocks noGrp="1"/>
          </p:cNvSpPr>
          <p:nvPr>
            <p:ph type="body" sz="quarter" idx="21" hasCustomPrompt="1"/>
          </p:nvPr>
        </p:nvSpPr>
        <p:spPr>
          <a:xfrm>
            <a:off x="42227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US" dirty="0"/>
              <a:t>Click to add title one line</a:t>
            </a:r>
          </a:p>
        </p:txBody>
      </p:sp>
      <p:sp>
        <p:nvSpPr>
          <p:cNvPr id="21" name="Content Placeholder 20">
            <a:extLst>
              <a:ext uri="{FF2B5EF4-FFF2-40B4-BE49-F238E27FC236}">
                <a16:creationId xmlns:a16="http://schemas.microsoft.com/office/drawing/2014/main" id="{D358873C-68BF-4E89-B536-B3248F2B25FE}"/>
              </a:ext>
            </a:extLst>
          </p:cNvPr>
          <p:cNvSpPr>
            <a:spLocks noGrp="1"/>
          </p:cNvSpPr>
          <p:nvPr>
            <p:ph sz="quarter" idx="22"/>
          </p:nvPr>
        </p:nvSpPr>
        <p:spPr>
          <a:xfrm>
            <a:off x="4222750" y="4406899"/>
            <a:ext cx="3740401"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23" name="Text Placeholder 22">
            <a:extLst>
              <a:ext uri="{FF2B5EF4-FFF2-40B4-BE49-F238E27FC236}">
                <a16:creationId xmlns:a16="http://schemas.microsoft.com/office/drawing/2014/main" id="{69A0E900-1FE2-4CC1-B435-93F3A1189356}"/>
              </a:ext>
            </a:extLst>
          </p:cNvPr>
          <p:cNvSpPr>
            <a:spLocks noGrp="1"/>
          </p:cNvSpPr>
          <p:nvPr>
            <p:ph type="body" sz="quarter" idx="23" hasCustomPrompt="1"/>
          </p:nvPr>
        </p:nvSpPr>
        <p:spPr>
          <a:xfrm>
            <a:off x="81978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US" dirty="0"/>
              <a:t>Click to add title one line</a:t>
            </a:r>
          </a:p>
        </p:txBody>
      </p:sp>
      <p:sp>
        <p:nvSpPr>
          <p:cNvPr id="25" name="Content Placeholder 24">
            <a:extLst>
              <a:ext uri="{FF2B5EF4-FFF2-40B4-BE49-F238E27FC236}">
                <a16:creationId xmlns:a16="http://schemas.microsoft.com/office/drawing/2014/main" id="{E094886A-F110-4851-B1DA-8DFC40D509F8}"/>
              </a:ext>
            </a:extLst>
          </p:cNvPr>
          <p:cNvSpPr>
            <a:spLocks noGrp="1"/>
          </p:cNvSpPr>
          <p:nvPr>
            <p:ph sz="quarter" idx="24"/>
          </p:nvPr>
        </p:nvSpPr>
        <p:spPr>
          <a:xfrm>
            <a:off x="8197850" y="4406899"/>
            <a:ext cx="3740400"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9" name="Picture Placeholder 8">
            <a:extLst>
              <a:ext uri="{FF2B5EF4-FFF2-40B4-BE49-F238E27FC236}">
                <a16:creationId xmlns:a16="http://schemas.microsoft.com/office/drawing/2014/main" id="{91B02311-54A6-4455-B615-BBCA0DA742E4}"/>
              </a:ext>
            </a:extLst>
          </p:cNvPr>
          <p:cNvSpPr>
            <a:spLocks noGrp="1"/>
          </p:cNvSpPr>
          <p:nvPr>
            <p:ph type="pic" sz="quarter" idx="18" hasCustomPrompt="1"/>
          </p:nvPr>
        </p:nvSpPr>
        <p:spPr>
          <a:xfrm>
            <a:off x="247650" y="1546282"/>
            <a:ext cx="3740400" cy="2664000"/>
          </a:xfrm>
        </p:spPr>
        <p:txBody>
          <a:bodyPr/>
          <a:lstStyle>
            <a:lvl1pPr marL="0" indent="0" algn="ctr">
              <a:buNone/>
              <a:defRPr sz="1200"/>
            </a:lvl1pPr>
          </a:lstStyle>
          <a:p>
            <a:r>
              <a:rPr lang="en-GB" dirty="0"/>
              <a:t>Click the placeholder and paste image via Skyfish icon</a:t>
            </a:r>
          </a:p>
        </p:txBody>
      </p:sp>
      <p:sp>
        <p:nvSpPr>
          <p:cNvPr id="13" name="Picture Placeholder 8">
            <a:extLst>
              <a:ext uri="{FF2B5EF4-FFF2-40B4-BE49-F238E27FC236}">
                <a16:creationId xmlns:a16="http://schemas.microsoft.com/office/drawing/2014/main" id="{710A5827-3485-49A0-81F0-FF89EE34B804}"/>
              </a:ext>
            </a:extLst>
          </p:cNvPr>
          <p:cNvSpPr>
            <a:spLocks noGrp="1"/>
          </p:cNvSpPr>
          <p:nvPr>
            <p:ph type="pic" sz="quarter" idx="19" hasCustomPrompt="1"/>
          </p:nvPr>
        </p:nvSpPr>
        <p:spPr>
          <a:xfrm>
            <a:off x="4223149" y="1548581"/>
            <a:ext cx="3740400" cy="2664000"/>
          </a:xfrm>
        </p:spPr>
        <p:txBody>
          <a:bodyPr/>
          <a:lstStyle>
            <a:lvl1pPr marL="0" indent="0" algn="ctr">
              <a:buNone/>
              <a:defRPr sz="1200"/>
            </a:lvl1pPr>
          </a:lstStyle>
          <a:p>
            <a:r>
              <a:rPr lang="en-GB" dirty="0"/>
              <a:t>Click the placeholder and paste image via Skyfish icon</a:t>
            </a:r>
          </a:p>
        </p:txBody>
      </p:sp>
      <p:sp>
        <p:nvSpPr>
          <p:cNvPr id="14" name="Picture Placeholder 8">
            <a:extLst>
              <a:ext uri="{FF2B5EF4-FFF2-40B4-BE49-F238E27FC236}">
                <a16:creationId xmlns:a16="http://schemas.microsoft.com/office/drawing/2014/main" id="{E27B0558-FCB8-4A55-9BA9-182DFF0387F4}"/>
              </a:ext>
            </a:extLst>
          </p:cNvPr>
          <p:cNvSpPr>
            <a:spLocks noGrp="1"/>
          </p:cNvSpPr>
          <p:nvPr>
            <p:ph type="pic" sz="quarter" idx="20" hasCustomPrompt="1"/>
          </p:nvPr>
        </p:nvSpPr>
        <p:spPr>
          <a:xfrm>
            <a:off x="8198648" y="1546282"/>
            <a:ext cx="3740400" cy="2664000"/>
          </a:xfrm>
        </p:spPr>
        <p:txBody>
          <a:bodyPr/>
          <a:lstStyle>
            <a:lvl1pPr marL="0" indent="0" algn="ctr">
              <a:buNone/>
              <a:defRPr sz="1200"/>
            </a:lvl1pPr>
          </a:lstStyle>
          <a:p>
            <a:r>
              <a:rPr lang="en-GB" dirty="0"/>
              <a:t>Click the placeholder and paste image via Skyfish icon</a:t>
            </a:r>
          </a:p>
        </p:txBody>
      </p:sp>
      <p:sp>
        <p:nvSpPr>
          <p:cNvPr id="3" name="Footer Placeholder 2">
            <a:extLst>
              <a:ext uri="{FF2B5EF4-FFF2-40B4-BE49-F238E27FC236}">
                <a16:creationId xmlns:a16="http://schemas.microsoft.com/office/drawing/2014/main" id="{71346B4F-F02C-40EC-9B70-932B18214C6A}"/>
              </a:ext>
            </a:extLst>
          </p:cNvPr>
          <p:cNvSpPr>
            <a:spLocks noGrp="1"/>
          </p:cNvSpPr>
          <p:nvPr>
            <p:ph type="ftr" sz="quarter" idx="16"/>
          </p:nvPr>
        </p:nvSpPr>
        <p:spPr/>
        <p:txBody>
          <a:bodyPr/>
          <a:lstStyle/>
          <a:p>
            <a:r>
              <a:rPr lang="en-GB" dirty="0"/>
              <a:t>Title</a:t>
            </a:r>
          </a:p>
        </p:txBody>
      </p:sp>
      <p:sp>
        <p:nvSpPr>
          <p:cNvPr id="4" name="Slide Number Placeholder 3">
            <a:extLst>
              <a:ext uri="{FF2B5EF4-FFF2-40B4-BE49-F238E27FC236}">
                <a16:creationId xmlns:a16="http://schemas.microsoft.com/office/drawing/2014/main" id="{FE67EB69-BB5A-407E-BF0A-1CB9B24506D8}"/>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
        <p:nvSpPr>
          <p:cNvPr id="5" name="Date Placeholder 4">
            <a:extLst>
              <a:ext uri="{FF2B5EF4-FFF2-40B4-BE49-F238E27FC236}">
                <a16:creationId xmlns:a16="http://schemas.microsoft.com/office/drawing/2014/main" id="{59AD88DD-5B30-3D5A-E7F4-7747CDBAC693}"/>
              </a:ext>
            </a:extLst>
          </p:cNvPr>
          <p:cNvSpPr>
            <a:spLocks noGrp="1"/>
          </p:cNvSpPr>
          <p:nvPr>
            <p:ph type="dt" sz="half" idx="25"/>
          </p:nvPr>
        </p:nvSpPr>
        <p:spPr/>
        <p:txBody>
          <a:bodyPr/>
          <a:lstStyle/>
          <a:p>
            <a:r>
              <a:rPr lang="da-DK"/>
              <a:t>Date</a:t>
            </a:r>
            <a:endParaRPr lang="en-GB" dirty="0"/>
          </a:p>
        </p:txBody>
      </p:sp>
    </p:spTree>
    <p:extLst>
      <p:ext uri="{BB962C8B-B14F-4D97-AF65-F5344CB8AC3E}">
        <p14:creationId xmlns:p14="http://schemas.microsoft.com/office/powerpoint/2010/main" val="18863740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p15:clr>
            <a:srgbClr val="F26B43"/>
          </p15:clr>
        </p15:guide>
        <p15:guide id="2" pos="7522" userDrawn="1">
          <p15:clr>
            <a:srgbClr val="F26B43"/>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297DEAA-3B7B-49C7-8C28-3F21F36A93D7}"/>
              </a:ext>
            </a:extLst>
          </p:cNvPr>
          <p:cNvSpPr>
            <a:spLocks noGrp="1"/>
          </p:cNvSpPr>
          <p:nvPr>
            <p:ph type="title"/>
          </p:nvPr>
        </p:nvSpPr>
        <p:spPr/>
        <p:txBody>
          <a:bodyPr/>
          <a:lstStyle/>
          <a:p>
            <a:r>
              <a:rPr lang="da-DK"/>
              <a:t>Klik for at redigere titeltypografien i masteren</a:t>
            </a:r>
            <a:endParaRPr lang="en-GB" dirty="0"/>
          </a:p>
        </p:txBody>
      </p:sp>
      <p:sp>
        <p:nvSpPr>
          <p:cNvPr id="2" name="Footer Placeholder 1">
            <a:extLst>
              <a:ext uri="{FF2B5EF4-FFF2-40B4-BE49-F238E27FC236}">
                <a16:creationId xmlns:a16="http://schemas.microsoft.com/office/drawing/2014/main" id="{51F74546-9D06-4CF7-806D-E04B043BF5A5}"/>
              </a:ext>
            </a:extLst>
          </p:cNvPr>
          <p:cNvSpPr>
            <a:spLocks noGrp="1"/>
          </p:cNvSpPr>
          <p:nvPr>
            <p:ph type="ftr" sz="quarter" idx="10"/>
          </p:nvPr>
        </p:nvSpPr>
        <p:spPr/>
        <p:txBody>
          <a:bodyPr/>
          <a:lstStyle/>
          <a:p>
            <a:r>
              <a:rPr lang="en-GB" dirty="0"/>
              <a:t>Title</a:t>
            </a:r>
          </a:p>
        </p:txBody>
      </p:sp>
      <p:sp>
        <p:nvSpPr>
          <p:cNvPr id="6" name="Slide Number Placeholder 5">
            <a:extLst>
              <a:ext uri="{FF2B5EF4-FFF2-40B4-BE49-F238E27FC236}">
                <a16:creationId xmlns:a16="http://schemas.microsoft.com/office/drawing/2014/main" id="{42F53AB3-8AAF-469F-AD3F-AE5E1A39D7C8}"/>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3" name="Date Placeholder 2">
            <a:extLst>
              <a:ext uri="{FF2B5EF4-FFF2-40B4-BE49-F238E27FC236}">
                <a16:creationId xmlns:a16="http://schemas.microsoft.com/office/drawing/2014/main" id="{775A6BE9-F41E-A57E-0BF2-0A6E1F1952A4}"/>
              </a:ext>
            </a:extLst>
          </p:cNvPr>
          <p:cNvSpPr>
            <a:spLocks noGrp="1"/>
          </p:cNvSpPr>
          <p:nvPr>
            <p:ph type="dt" sz="half" idx="12"/>
          </p:nvPr>
        </p:nvSpPr>
        <p:spPr/>
        <p:txBody>
          <a:bodyPr/>
          <a:lstStyle/>
          <a:p>
            <a:r>
              <a:rPr lang="da-DK"/>
              <a:t>Date</a:t>
            </a:r>
            <a:endParaRPr lang="en-GB" dirty="0"/>
          </a:p>
        </p:txBody>
      </p:sp>
    </p:spTree>
    <p:extLst>
      <p:ext uri="{BB962C8B-B14F-4D97-AF65-F5344CB8AC3E}">
        <p14:creationId xmlns:p14="http://schemas.microsoft.com/office/powerpoint/2010/main" val="120845512"/>
      </p:ext>
    </p:extLst>
  </p:cSld>
  <p:clrMapOvr>
    <a:masterClrMapping/>
  </p:clrMapOvr>
  <p:extLst>
    <p:ext uri="{DCECCB84-F9BA-43D5-87BE-67443E8EF086}">
      <p15:sldGuideLst xmlns:p15="http://schemas.microsoft.com/office/powerpoint/2012/main">
        <p15:guide id="1" pos="1117" userDrawn="1">
          <p15:clr>
            <a:srgbClr val="F26B43"/>
          </p15:clr>
        </p15:guide>
        <p15:guide id="2" pos="6984" userDrawn="1">
          <p15:clr>
            <a:srgbClr val="F26B43"/>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ogo og footers">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AE75ABF-082F-4A38-B952-09157E37A81A}"/>
              </a:ext>
            </a:extLst>
          </p:cNvPr>
          <p:cNvSpPr>
            <a:spLocks noGrp="1"/>
          </p:cNvSpPr>
          <p:nvPr>
            <p:ph type="ftr" sz="quarter" idx="10"/>
          </p:nvPr>
        </p:nvSpPr>
        <p:spPr/>
        <p:txBody>
          <a:bodyPr/>
          <a:lstStyle/>
          <a:p>
            <a:r>
              <a:rPr lang="en-GB" dirty="0"/>
              <a:t>Title</a:t>
            </a:r>
          </a:p>
        </p:txBody>
      </p:sp>
      <p:sp>
        <p:nvSpPr>
          <p:cNvPr id="5" name="Slide Number Placeholder 4">
            <a:extLst>
              <a:ext uri="{FF2B5EF4-FFF2-40B4-BE49-F238E27FC236}">
                <a16:creationId xmlns:a16="http://schemas.microsoft.com/office/drawing/2014/main" id="{D0A39F3A-7714-4FD6-9132-D60FFA220D98}"/>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2" name="Date Placeholder 1">
            <a:extLst>
              <a:ext uri="{FF2B5EF4-FFF2-40B4-BE49-F238E27FC236}">
                <a16:creationId xmlns:a16="http://schemas.microsoft.com/office/drawing/2014/main" id="{4A4FFBD5-0449-5A5E-DE23-2C203FBBEF98}"/>
              </a:ext>
            </a:extLst>
          </p:cNvPr>
          <p:cNvSpPr>
            <a:spLocks noGrp="1"/>
          </p:cNvSpPr>
          <p:nvPr>
            <p:ph type="dt" sz="half" idx="12"/>
          </p:nvPr>
        </p:nvSpPr>
        <p:spPr/>
        <p:txBody>
          <a:bodyPr/>
          <a:lstStyle/>
          <a:p>
            <a:r>
              <a:rPr lang="da-DK"/>
              <a:t>Date</a:t>
            </a:r>
            <a:endParaRPr lang="en-GB" dirty="0"/>
          </a:p>
        </p:txBody>
      </p:sp>
    </p:spTree>
    <p:extLst>
      <p:ext uri="{BB962C8B-B14F-4D97-AF65-F5344CB8AC3E}">
        <p14:creationId xmlns:p14="http://schemas.microsoft.com/office/powerpoint/2010/main" val="266926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ront/Pause A ">
    <p:spTree>
      <p:nvGrpSpPr>
        <p:cNvPr id="1" name=""/>
        <p:cNvGrpSpPr/>
        <p:nvPr/>
      </p:nvGrpSpPr>
      <p:grpSpPr>
        <a:xfrm>
          <a:off x="0" y="0"/>
          <a:ext cx="0" cy="0"/>
          <a:chOff x="0" y="0"/>
          <a:chExt cx="0" cy="0"/>
        </a:xfrm>
      </p:grpSpPr>
      <p:sp>
        <p:nvSpPr>
          <p:cNvPr id="9" name="Background">
            <a:extLst>
              <a:ext uri="{FF2B5EF4-FFF2-40B4-BE49-F238E27FC236}">
                <a16:creationId xmlns:a16="http://schemas.microsoft.com/office/drawing/2014/main" id="{AF9D3C51-A276-4E1F-B6B6-FD6A4E17EE28}"/>
              </a:ext>
            </a:extLst>
          </p:cNvPr>
          <p:cNvSpPr/>
          <p:nvPr userDrawn="1"/>
        </p:nvSpPr>
        <p:spPr bwMode="auto">
          <a:xfrm>
            <a:off x="0" y="0"/>
            <a:ext cx="12193200" cy="6861600"/>
          </a:xfrm>
          <a:prstGeom prst="rect">
            <a:avLst/>
          </a:prstGeom>
          <a:solidFill>
            <a:srgbClr val="FC7634"/>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4" name="Date Placeholder 2">
            <a:extLst>
              <a:ext uri="{FF2B5EF4-FFF2-40B4-BE49-F238E27FC236}">
                <a16:creationId xmlns:a16="http://schemas.microsoft.com/office/drawing/2014/main" id="{C9776080-6230-4AB8-AB28-4D6744DD01F9}"/>
              </a:ext>
            </a:extLst>
          </p:cNvPr>
          <p:cNvSpPr>
            <a:spLocks noGrp="1"/>
          </p:cNvSpPr>
          <p:nvPr>
            <p:ph type="dt" sz="half" idx="10"/>
          </p:nvPr>
        </p:nvSpPr>
        <p:spPr>
          <a:xfrm>
            <a:off x="0" y="6912000"/>
            <a:ext cx="0" cy="0"/>
          </a:xfrm>
          <a:prstGeom prst="rect">
            <a:avLst/>
          </a:prstGeom>
        </p:spPr>
        <p:txBody>
          <a:bodyPr/>
          <a:lstStyle>
            <a:lvl1pPr>
              <a:defRPr>
                <a:noFill/>
              </a:defRPr>
            </a:lvl1pPr>
          </a:lstStyle>
          <a:p>
            <a:r>
              <a:rPr lang="da-DK"/>
              <a:t>Date</a:t>
            </a:r>
            <a:endParaRPr lang="en-GB" dirty="0"/>
          </a:p>
        </p:txBody>
      </p:sp>
      <p:sp>
        <p:nvSpPr>
          <p:cNvPr id="5" name="Footer Placeholder 3">
            <a:extLst>
              <a:ext uri="{FF2B5EF4-FFF2-40B4-BE49-F238E27FC236}">
                <a16:creationId xmlns:a16="http://schemas.microsoft.com/office/drawing/2014/main" id="{2B7FFAE6-D148-4A15-9DFC-7D71B82020C9}"/>
              </a:ext>
            </a:extLst>
          </p:cNvPr>
          <p:cNvSpPr>
            <a:spLocks noGrp="1"/>
          </p:cNvSpPr>
          <p:nvPr>
            <p:ph type="ftr" sz="quarter" idx="11"/>
          </p:nvPr>
        </p:nvSpPr>
        <p:spPr>
          <a:xfrm>
            <a:off x="0" y="6912000"/>
            <a:ext cx="0" cy="0"/>
          </a:xfrm>
        </p:spPr>
        <p:txBody>
          <a:bodyPr/>
          <a:lstStyle>
            <a:lvl1pPr>
              <a:defRPr>
                <a:noFill/>
              </a:defRPr>
            </a:lvl1pPr>
          </a:lstStyle>
          <a:p>
            <a:r>
              <a:rPr lang="en-GB" dirty="0"/>
              <a:t>Title</a:t>
            </a:r>
          </a:p>
        </p:txBody>
      </p:sp>
      <p:sp>
        <p:nvSpPr>
          <p:cNvPr id="6" name="Slide Number Placeholder 4">
            <a:extLst>
              <a:ext uri="{FF2B5EF4-FFF2-40B4-BE49-F238E27FC236}">
                <a16:creationId xmlns:a16="http://schemas.microsoft.com/office/drawing/2014/main" id="{3125B57E-AFC7-4517-B327-461DB01D2867}"/>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dirty="0"/>
          </a:p>
        </p:txBody>
      </p:sp>
      <p:sp>
        <p:nvSpPr>
          <p:cNvPr id="10" name="Logo color">
            <a:extLst>
              <a:ext uri="{FF2B5EF4-FFF2-40B4-BE49-F238E27FC236}">
                <a16:creationId xmlns:a16="http://schemas.microsoft.com/office/drawing/2014/main" id="{B0EE486B-843B-49D6-90AE-5093AB56E30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dirty="0"/>
          </a:p>
        </p:txBody>
      </p:sp>
    </p:spTree>
    <p:extLst>
      <p:ext uri="{BB962C8B-B14F-4D97-AF65-F5344CB8AC3E}">
        <p14:creationId xmlns:p14="http://schemas.microsoft.com/office/powerpoint/2010/main" val="2321786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ront/Pause B">
    <p:bg>
      <p:bgRef idx="1001">
        <a:schemeClr val="bg1"/>
      </p:bgRef>
    </p:bg>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A3420087-96DF-432F-B192-585D42BF6A4E}"/>
              </a:ext>
            </a:extLst>
          </p:cNvPr>
          <p:cNvSpPr/>
          <p:nvPr userDrawn="1"/>
        </p:nvSpPr>
        <p:spPr bwMode="auto">
          <a:xfrm>
            <a:off x="0" y="0"/>
            <a:ext cx="12193200" cy="6861600"/>
          </a:xfrm>
          <a:prstGeom prst="rect">
            <a:avLst/>
          </a:prstGeom>
          <a:solidFill>
            <a:schemeClr val="bg1"/>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3" name="Logo color">
            <a:extLst>
              <a:ext uri="{FF2B5EF4-FFF2-40B4-BE49-F238E27FC236}">
                <a16:creationId xmlns:a16="http://schemas.microsoft.com/office/drawing/2014/main" id="{09BBEE10-6A59-474F-B766-7643F97F869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C7634"/>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6" name="Date Placeholder 2">
            <a:extLst>
              <a:ext uri="{FF2B5EF4-FFF2-40B4-BE49-F238E27FC236}">
                <a16:creationId xmlns:a16="http://schemas.microsoft.com/office/drawing/2014/main" id="{AF062B26-8169-4B93-8FD8-CFDB0855A961}"/>
              </a:ext>
            </a:extLst>
          </p:cNvPr>
          <p:cNvSpPr>
            <a:spLocks noGrp="1"/>
          </p:cNvSpPr>
          <p:nvPr>
            <p:ph type="dt" sz="half" idx="10"/>
          </p:nvPr>
        </p:nvSpPr>
        <p:spPr>
          <a:xfrm>
            <a:off x="0" y="6912000"/>
            <a:ext cx="0" cy="0"/>
          </a:xfrm>
          <a:prstGeom prst="rect">
            <a:avLst/>
          </a:prstGeom>
        </p:spPr>
        <p:txBody>
          <a:bodyPr/>
          <a:lstStyle>
            <a:lvl1pPr>
              <a:defRPr>
                <a:noFill/>
              </a:defRPr>
            </a:lvl1pPr>
          </a:lstStyle>
          <a:p>
            <a:r>
              <a:rPr lang="da-DK"/>
              <a:t>Date</a:t>
            </a:r>
            <a:endParaRPr lang="en-GB" dirty="0"/>
          </a:p>
        </p:txBody>
      </p:sp>
      <p:sp>
        <p:nvSpPr>
          <p:cNvPr id="7" name="Footer Placeholder 3">
            <a:extLst>
              <a:ext uri="{FF2B5EF4-FFF2-40B4-BE49-F238E27FC236}">
                <a16:creationId xmlns:a16="http://schemas.microsoft.com/office/drawing/2014/main" id="{CA59923C-6F09-424E-AF1E-AC62326A9B2B}"/>
              </a:ext>
            </a:extLst>
          </p:cNvPr>
          <p:cNvSpPr>
            <a:spLocks noGrp="1"/>
          </p:cNvSpPr>
          <p:nvPr>
            <p:ph type="ftr" sz="quarter" idx="11"/>
          </p:nvPr>
        </p:nvSpPr>
        <p:spPr>
          <a:xfrm>
            <a:off x="0" y="6912000"/>
            <a:ext cx="0" cy="0"/>
          </a:xfrm>
        </p:spPr>
        <p:txBody>
          <a:bodyPr/>
          <a:lstStyle>
            <a:lvl1pPr>
              <a:defRPr>
                <a:noFill/>
              </a:defRPr>
            </a:lvl1pPr>
          </a:lstStyle>
          <a:p>
            <a:r>
              <a:rPr lang="en-GB" dirty="0"/>
              <a:t>Title</a:t>
            </a:r>
          </a:p>
        </p:txBody>
      </p:sp>
      <p:sp>
        <p:nvSpPr>
          <p:cNvPr id="9" name="Slide Number Placeholder 4">
            <a:extLst>
              <a:ext uri="{FF2B5EF4-FFF2-40B4-BE49-F238E27FC236}">
                <a16:creationId xmlns:a16="http://schemas.microsoft.com/office/drawing/2014/main" id="{4C299FA2-BF46-4410-B2CD-E3C80B7A9893}"/>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dirty="0"/>
          </a:p>
        </p:txBody>
      </p:sp>
      <p:sp>
        <p:nvSpPr>
          <p:cNvPr id="11" name="Bottom bar">
            <a:extLst>
              <a:ext uri="{FF2B5EF4-FFF2-40B4-BE49-F238E27FC236}">
                <a16:creationId xmlns:a16="http://schemas.microsoft.com/office/drawing/2014/main" id="{495865CE-5BE9-4122-8AB8-48E534DD88F7}"/>
              </a:ext>
            </a:extLst>
          </p:cNvPr>
          <p:cNvSpPr/>
          <p:nvPr userDrawn="1"/>
        </p:nvSpPr>
        <p:spPr bwMode="auto">
          <a:xfrm>
            <a:off x="0" y="6541200"/>
            <a:ext cx="12193200" cy="316800"/>
          </a:xfrm>
          <a:prstGeom prst="rect">
            <a:avLst/>
          </a:prstGeom>
          <a:solidFill>
            <a:srgbClr val="FC7634"/>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a:ln>
                <a:noFill/>
              </a:ln>
              <a:solidFill>
                <a:srgbClr val="FFFFFF"/>
              </a:solidFill>
              <a:effectLst/>
              <a:latin typeface="+mn-lt"/>
              <a:ea typeface="ＭＳ Ｐゴシック" pitchFamily="-80" charset="-128"/>
            </a:endParaRPr>
          </a:p>
        </p:txBody>
      </p:sp>
      <p:sp>
        <p:nvSpPr>
          <p:cNvPr id="12" name="Top bar">
            <a:extLst>
              <a:ext uri="{FF2B5EF4-FFF2-40B4-BE49-F238E27FC236}">
                <a16:creationId xmlns:a16="http://schemas.microsoft.com/office/drawing/2014/main" id="{0D436479-94F3-475C-8F8D-D3CDC81793FD}"/>
              </a:ext>
            </a:extLst>
          </p:cNvPr>
          <p:cNvSpPr/>
          <p:nvPr userDrawn="1"/>
        </p:nvSpPr>
        <p:spPr bwMode="auto">
          <a:xfrm>
            <a:off x="0" y="0"/>
            <a:ext cx="12193200" cy="50400"/>
          </a:xfrm>
          <a:prstGeom prst="rect">
            <a:avLst/>
          </a:prstGeom>
          <a:solidFill>
            <a:srgbClr val="FC7634"/>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349637618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Logo color">
            <a:extLst>
              <a:ext uri="{FF2B5EF4-FFF2-40B4-BE49-F238E27FC236}">
                <a16:creationId xmlns:a16="http://schemas.microsoft.com/office/drawing/2014/main" id="{ADC92552-7939-46C1-AAFE-B97F51EBFFE9}"/>
              </a:ext>
            </a:extLst>
          </p:cNvPr>
          <p:cNvSpPr>
            <a:spLocks noChangeAspect="1"/>
          </p:cNvSpPr>
          <p:nvPr userDrawn="1">
            <p:custDataLst>
              <p:tags r:id="rId13"/>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C7634"/>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11" name="Bottom bar">
            <a:extLst>
              <a:ext uri="{FF2B5EF4-FFF2-40B4-BE49-F238E27FC236}">
                <a16:creationId xmlns:a16="http://schemas.microsoft.com/office/drawing/2014/main" id="{FFFFD011-0D94-46EE-B45C-787FE82C3B5E}"/>
              </a:ext>
            </a:extLst>
          </p:cNvPr>
          <p:cNvSpPr/>
          <p:nvPr userDrawn="1"/>
        </p:nvSpPr>
        <p:spPr bwMode="auto">
          <a:xfrm>
            <a:off x="0" y="6541200"/>
            <a:ext cx="12193200" cy="316800"/>
          </a:xfrm>
          <a:prstGeom prst="rect">
            <a:avLst/>
          </a:prstGeom>
          <a:solidFill>
            <a:srgbClr val="FC7634"/>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a:ln>
                <a:noFill/>
              </a:ln>
              <a:solidFill>
                <a:srgbClr val="FFFFFF"/>
              </a:solidFill>
              <a:effectLst/>
              <a:latin typeface="+mn-lt"/>
              <a:ea typeface="ＭＳ Ｐゴシック" pitchFamily="-80" charset="-128"/>
            </a:endParaRPr>
          </a:p>
        </p:txBody>
      </p:sp>
      <p:sp>
        <p:nvSpPr>
          <p:cNvPr id="3" name="FLD_Presentation Title"/>
          <p:cNvSpPr>
            <a:spLocks noGrp="1"/>
          </p:cNvSpPr>
          <p:nvPr>
            <p:ph type="ftr" sz="quarter" idx="3"/>
          </p:nvPr>
        </p:nvSpPr>
        <p:spPr>
          <a:xfrm>
            <a:off x="5590800" y="6541200"/>
            <a:ext cx="5497200" cy="316800"/>
          </a:xfrm>
          <a:prstGeom prst="rect">
            <a:avLst/>
          </a:prstGeom>
        </p:spPr>
        <p:txBody>
          <a:bodyPr vert="horz" lIns="0" tIns="0" rIns="0" bIns="0" rtlCol="0" anchor="ctr" anchorCtr="0"/>
          <a:lstStyle>
            <a:lvl1pPr algn="r">
              <a:spcBef>
                <a:spcPts val="0"/>
              </a:spcBef>
              <a:defRPr sz="700" b="0">
                <a:solidFill>
                  <a:schemeClr val="bg1"/>
                </a:solidFill>
                <a:latin typeface="+mn-lt"/>
              </a:defRPr>
            </a:lvl1pPr>
          </a:lstStyle>
          <a:p>
            <a:r>
              <a:rPr lang="da-DK"/>
              <a:t>Title</a:t>
            </a:r>
            <a:endParaRPr lang="da-DK" dirty="0"/>
          </a:p>
        </p:txBody>
      </p:sp>
      <p:sp>
        <p:nvSpPr>
          <p:cNvPr id="4" name="Slide Number Placeholder 3"/>
          <p:cNvSpPr>
            <a:spLocks noGrp="1"/>
          </p:cNvSpPr>
          <p:nvPr>
            <p:ph type="sldNum" sz="quarter" idx="4"/>
          </p:nvPr>
        </p:nvSpPr>
        <p:spPr>
          <a:xfrm>
            <a:off x="11506450" y="6541200"/>
            <a:ext cx="432600" cy="316800"/>
          </a:xfrm>
          <a:prstGeom prst="rect">
            <a:avLst/>
          </a:prstGeom>
        </p:spPr>
        <p:txBody>
          <a:bodyPr vert="horz" lIns="0" tIns="0" rIns="0" bIns="0" rtlCol="0" anchor="ctr" anchorCtr="0"/>
          <a:lstStyle>
            <a:lvl1pPr algn="l">
              <a:defRPr sz="700" b="1">
                <a:solidFill>
                  <a:schemeClr val="bg1"/>
                </a:solidFill>
                <a:latin typeface="+mj-lt"/>
              </a:defRPr>
            </a:lvl1pPr>
          </a:lstStyle>
          <a:p>
            <a:fld id="{103EA872-A674-449B-A120-B97244F8E91D}" type="slidenum">
              <a:rPr lang="da-DK" smtClean="0"/>
              <a:pPr/>
              <a:t>‹#›</a:t>
            </a:fld>
            <a:endParaRPr lang="da-DK" dirty="0"/>
          </a:p>
        </p:txBody>
      </p:sp>
      <p:sp>
        <p:nvSpPr>
          <p:cNvPr id="113666" name="Rectangle 2"/>
          <p:cNvSpPr>
            <a:spLocks noGrp="1" noChangeArrowheads="1"/>
          </p:cNvSpPr>
          <p:nvPr>
            <p:ph type="title"/>
          </p:nvPr>
        </p:nvSpPr>
        <p:spPr bwMode="auto">
          <a:xfrm>
            <a:off x="1774726" y="426127"/>
            <a:ext cx="9312374" cy="9727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p>
            <a:pPr lvl="0"/>
            <a:r>
              <a:rPr lang="da-DK"/>
              <a:t>Klik for at redigere titeltypografien i masteren</a:t>
            </a:r>
            <a:endParaRPr lang="da-DK" dirty="0"/>
          </a:p>
        </p:txBody>
      </p:sp>
      <p:sp>
        <p:nvSpPr>
          <p:cNvPr id="113667" name="Rectangle 3"/>
          <p:cNvSpPr>
            <a:spLocks noGrp="1" noChangeArrowheads="1"/>
          </p:cNvSpPr>
          <p:nvPr>
            <p:ph type="body" idx="1"/>
          </p:nvPr>
        </p:nvSpPr>
        <p:spPr bwMode="auto">
          <a:xfrm>
            <a:off x="1774726" y="1706328"/>
            <a:ext cx="9312374" cy="4545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113676" name="text" descr="{&quot;templafy&quot;:{&quot;type&quot;:&quot;text&quot;,&quot;binding&quot;:&quot;UserProfile.Offices.Workarea_{{DocumentLanguage}}&quot;}}" title="UserProfile.Offices.Workarea_{{DocumentLanguage}}"/>
          <p:cNvSpPr>
            <a:spLocks noChangeArrowheads="1"/>
          </p:cNvSpPr>
          <p:nvPr userDrawn="1"/>
        </p:nvSpPr>
        <p:spPr bwMode="auto">
          <a:xfrm>
            <a:off x="1774726" y="6541200"/>
            <a:ext cx="3397071" cy="316800"/>
          </a:xfrm>
          <a:prstGeom prst="rect">
            <a:avLst/>
          </a:prstGeom>
          <a:noFill/>
          <a:ln>
            <a:noFill/>
          </a:ln>
        </p:spPr>
        <p:txBody>
          <a:bodyPr lIns="0" tIns="0" rIns="0" bIns="0" anchor="ctr" anchorCtr="0"/>
          <a:lstStyle/>
          <a:p>
            <a:pPr algn="l" eaLnBrk="0" hangingPunct="0">
              <a:spcBef>
                <a:spcPct val="0"/>
              </a:spcBef>
            </a:pPr>
            <a:r>
              <a:rPr lang="da-DK" sz="700" b="1" kern="1200" dirty="0">
                <a:solidFill>
                  <a:srgbClr val="FFFFFF"/>
                </a:solidFill>
                <a:effectLst/>
                <a:latin typeface="+mj-lt"/>
                <a:ea typeface="ＭＳ Ｐゴシック" panose="020B0600070205080204" pitchFamily="34" charset="-128"/>
                <a:cs typeface="+mn-cs"/>
              </a:rPr>
              <a:t>Technical University of Denmark</a:t>
            </a:r>
            <a:endParaRPr lang="da-DK" sz="700" b="1" dirty="0">
              <a:solidFill>
                <a:schemeClr val="bg1"/>
              </a:solidFill>
              <a:latin typeface="+mj-lt"/>
            </a:endParaRPr>
          </a:p>
        </p:txBody>
      </p:sp>
      <p:sp>
        <p:nvSpPr>
          <p:cNvPr id="5" name="date" descr="{&quot;templafy&quot;:{&quot;type&quot;:&quot;date&quot;,&quot;binding&quot;:&quot;Form.Date&quot;,&quot;format&quot;:&quot;{{DateFormats.GeneralDate}}&quot;}}" title="Form.Date">
            <a:extLst>
              <a:ext uri="{FF2B5EF4-FFF2-40B4-BE49-F238E27FC236}">
                <a16:creationId xmlns:a16="http://schemas.microsoft.com/office/drawing/2014/main" id="{792B975C-625D-4095-8E1D-63F20A11B57C}"/>
              </a:ext>
            </a:extLst>
          </p:cNvPr>
          <p:cNvSpPr/>
          <p:nvPr userDrawn="1"/>
        </p:nvSpPr>
        <p:spPr bwMode="auto">
          <a:xfrm>
            <a:off x="251363" y="6541200"/>
            <a:ext cx="1104013" cy="316800"/>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r" defTabSz="914400" rtl="0" eaLnBrk="1" fontAlgn="base" latinLnBrk="0" hangingPunct="1">
              <a:lnSpc>
                <a:spcPct val="100000"/>
              </a:lnSpc>
              <a:spcBef>
                <a:spcPct val="50000"/>
              </a:spcBef>
              <a:spcAft>
                <a:spcPct val="0"/>
              </a:spcAft>
              <a:buClrTx/>
              <a:buSzTx/>
              <a:buFontTx/>
              <a:buNone/>
              <a:tabLst/>
            </a:pPr>
            <a:endParaRPr kumimoji="0" lang="da-DK" sz="700" b="1" i="0" u="none" strike="noStrike" cap="none" normalizeH="0" baseline="0" dirty="0">
              <a:ln>
                <a:noFill/>
              </a:ln>
              <a:solidFill>
                <a:schemeClr val="bg1"/>
              </a:solidFill>
              <a:effectLst/>
              <a:latin typeface="+mn-lt"/>
              <a:ea typeface="ＭＳ Ｐゴシック" pitchFamily="-80" charset="-128"/>
            </a:endParaRPr>
          </a:p>
        </p:txBody>
      </p:sp>
      <p:sp>
        <p:nvSpPr>
          <p:cNvPr id="2" name="Top bar">
            <a:extLst>
              <a:ext uri="{FF2B5EF4-FFF2-40B4-BE49-F238E27FC236}">
                <a16:creationId xmlns:a16="http://schemas.microsoft.com/office/drawing/2014/main" id="{35912424-89BF-4A93-9096-3282916C71FE}"/>
              </a:ext>
            </a:extLst>
          </p:cNvPr>
          <p:cNvSpPr/>
          <p:nvPr userDrawn="1"/>
        </p:nvSpPr>
        <p:spPr bwMode="auto">
          <a:xfrm>
            <a:off x="0" y="0"/>
            <a:ext cx="12193200" cy="50400"/>
          </a:xfrm>
          <a:prstGeom prst="rect">
            <a:avLst/>
          </a:prstGeom>
          <a:solidFill>
            <a:srgbClr val="FC7634"/>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a:ln>
                <a:noFill/>
              </a:ln>
              <a:solidFill>
                <a:srgbClr val="FFFFFF"/>
              </a:solidFill>
              <a:effectLst/>
              <a:latin typeface="+mn-lt"/>
              <a:ea typeface="ＭＳ Ｐゴシック" pitchFamily="-80" charset="-128"/>
            </a:endParaRPr>
          </a:p>
        </p:txBody>
      </p:sp>
      <p:sp>
        <p:nvSpPr>
          <p:cNvPr id="6" name="Date Placeholder 5">
            <a:extLst>
              <a:ext uri="{FF2B5EF4-FFF2-40B4-BE49-F238E27FC236}">
                <a16:creationId xmlns:a16="http://schemas.microsoft.com/office/drawing/2014/main" id="{2C7BF58D-5873-05BF-C94A-0EFD3E1BF943}"/>
              </a:ext>
            </a:extLst>
          </p:cNvPr>
          <p:cNvSpPr>
            <a:spLocks noGrp="1"/>
          </p:cNvSpPr>
          <p:nvPr>
            <p:ph type="dt" sz="half" idx="2"/>
          </p:nvPr>
        </p:nvSpPr>
        <p:spPr>
          <a:xfrm>
            <a:off x="252000" y="6541200"/>
            <a:ext cx="1105200" cy="316800"/>
          </a:xfrm>
          <a:prstGeom prst="rect">
            <a:avLst/>
          </a:prstGeom>
        </p:spPr>
        <p:txBody>
          <a:bodyPr vert="horz" lIns="0" tIns="0" rIns="0" bIns="0" rtlCol="0" anchor="ctr"/>
          <a:lstStyle>
            <a:lvl1pPr algn="r">
              <a:defRPr sz="700" b="1">
                <a:solidFill>
                  <a:schemeClr val="bg1"/>
                </a:solidFill>
                <a:latin typeface="+mj-lt"/>
              </a:defRPr>
            </a:lvl1pPr>
          </a:lstStyle>
          <a:p>
            <a:r>
              <a:rPr lang="da-DK"/>
              <a:t>Date</a:t>
            </a:r>
            <a:endParaRPr lang="en-GB" dirty="0"/>
          </a:p>
        </p:txBody>
      </p:sp>
    </p:spTree>
    <p:extLst>
      <p:ext uri="{BB962C8B-B14F-4D97-AF65-F5344CB8AC3E}">
        <p14:creationId xmlns:p14="http://schemas.microsoft.com/office/powerpoint/2010/main" val="2454702602"/>
      </p:ext>
    </p:extLst>
  </p:cSld>
  <p:clrMap bg1="lt1" tx1="dk1" bg2="lt2" tx2="dk2" accent1="accent1" accent2="accent2" accent3="accent3" accent4="accent4" accent5="accent5" accent6="accent6" hlink="hlink" folHlink="folHlink"/>
  <p:sldLayoutIdLst>
    <p:sldLayoutId id="2147483663" r:id="rId1"/>
    <p:sldLayoutId id="2147483671" r:id="rId2"/>
    <p:sldLayoutId id="2147483664" r:id="rId3"/>
    <p:sldLayoutId id="2147483677" r:id="rId4"/>
    <p:sldLayoutId id="2147483672" r:id="rId5"/>
    <p:sldLayoutId id="2147483673" r:id="rId6"/>
    <p:sldLayoutId id="2147483676" r:id="rId7"/>
    <p:sldLayoutId id="2147483666" r:id="rId8"/>
    <p:sldLayoutId id="2147483667" r:id="rId9"/>
    <p:sldLayoutId id="2147483668" r:id="rId10"/>
    <p:sldLayoutId id="2147483669" r:id="rId11"/>
  </p:sldLayoutIdLst>
  <p:hf hdr="0"/>
  <p:txStyles>
    <p:titleStyle>
      <a:lvl1pPr algn="l" rtl="0" eaLnBrk="1" fontAlgn="base" hangingPunct="1">
        <a:spcBef>
          <a:spcPct val="0"/>
        </a:spcBef>
        <a:spcAft>
          <a:spcPct val="0"/>
        </a:spcAft>
        <a:defRPr sz="3000" b="1">
          <a:solidFill>
            <a:srgbClr val="000000"/>
          </a:solidFill>
          <a:latin typeface="+mj-lt"/>
          <a:ea typeface="+mj-ea"/>
          <a:cs typeface="+mj-cs"/>
        </a:defRPr>
      </a:lvl1pPr>
      <a:lvl2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2pPr>
      <a:lvl3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3pPr>
      <a:lvl4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4pPr>
      <a:lvl5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5pPr>
      <a:lvl6pPr marL="4572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6pPr>
      <a:lvl7pPr marL="9144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7pPr>
      <a:lvl8pPr marL="13716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8pPr>
      <a:lvl9pPr marL="18288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9pPr>
    </p:titleStyle>
    <p:bodyStyle>
      <a:lvl1pPr marL="198000" indent="-198000" algn="l" rtl="0" eaLnBrk="1" fontAlgn="base" hangingPunct="1">
        <a:spcBef>
          <a:spcPct val="20000"/>
        </a:spcBef>
        <a:spcAft>
          <a:spcPct val="0"/>
        </a:spcAft>
        <a:buChar char="•"/>
        <a:defRPr sz="1800">
          <a:solidFill>
            <a:schemeClr val="tx1"/>
          </a:solidFill>
          <a:latin typeface="+mn-lt"/>
          <a:ea typeface="+mn-ea"/>
          <a:cs typeface="+mn-cs"/>
        </a:defRPr>
      </a:lvl1pPr>
      <a:lvl2pPr marL="414000" indent="-198000" algn="l" rtl="0" eaLnBrk="1" fontAlgn="base" hangingPunct="1">
        <a:spcBef>
          <a:spcPct val="20000"/>
        </a:spcBef>
        <a:spcAft>
          <a:spcPct val="0"/>
        </a:spcAft>
        <a:buChar char="–"/>
        <a:defRPr sz="1800">
          <a:solidFill>
            <a:schemeClr val="tx1"/>
          </a:solidFill>
          <a:latin typeface="+mn-lt"/>
          <a:ea typeface="+mn-ea"/>
        </a:defRPr>
      </a:lvl2pPr>
      <a:lvl3pPr marL="615600" indent="-198000" algn="l" rtl="0" eaLnBrk="1" fontAlgn="base" hangingPunct="1">
        <a:spcBef>
          <a:spcPct val="20000"/>
        </a:spcBef>
        <a:spcAft>
          <a:spcPct val="0"/>
        </a:spcAft>
        <a:buChar char="•"/>
        <a:defRPr sz="1800">
          <a:solidFill>
            <a:schemeClr val="tx1"/>
          </a:solidFill>
          <a:latin typeface="+mn-lt"/>
          <a:ea typeface="+mn-ea"/>
        </a:defRPr>
      </a:lvl3pPr>
      <a:lvl4pPr marL="828000" indent="-198000" algn="l" rtl="0" eaLnBrk="1" fontAlgn="base" hangingPunct="1">
        <a:spcBef>
          <a:spcPct val="20000"/>
        </a:spcBef>
        <a:spcAft>
          <a:spcPct val="0"/>
        </a:spcAft>
        <a:buChar char="–"/>
        <a:defRPr sz="1800">
          <a:solidFill>
            <a:schemeClr val="tx1"/>
          </a:solidFill>
          <a:latin typeface="+mn-lt"/>
          <a:ea typeface="+mn-ea"/>
        </a:defRPr>
      </a:lvl4pPr>
      <a:lvl5pPr marL="1026000" indent="-198000" algn="l" rtl="0" eaLnBrk="1" fontAlgn="base" hangingPunct="1">
        <a:spcBef>
          <a:spcPct val="20000"/>
        </a:spcBef>
        <a:spcAft>
          <a:spcPct val="0"/>
        </a:spcAft>
        <a:buChar char="»"/>
        <a:defRPr sz="1800">
          <a:solidFill>
            <a:schemeClr val="tx1"/>
          </a:solidFill>
          <a:latin typeface="+mn-lt"/>
          <a:ea typeface="+mn-ea"/>
        </a:defRPr>
      </a:lvl5pPr>
      <a:lvl6pPr marL="1026000" indent="-198000" algn="l" rtl="0" eaLnBrk="1" fontAlgn="base" hangingPunct="1">
        <a:spcBef>
          <a:spcPct val="20000"/>
        </a:spcBef>
        <a:spcAft>
          <a:spcPct val="0"/>
        </a:spcAft>
        <a:buChar char="»"/>
        <a:defRPr sz="1800">
          <a:solidFill>
            <a:schemeClr val="tx1"/>
          </a:solidFill>
          <a:latin typeface="+mn-lt"/>
          <a:ea typeface="+mn-ea"/>
        </a:defRPr>
      </a:lvl6pPr>
      <a:lvl7pPr marL="1026000" indent="-198000" algn="l" rtl="0" eaLnBrk="1" fontAlgn="base" hangingPunct="1">
        <a:spcBef>
          <a:spcPct val="20000"/>
        </a:spcBef>
        <a:spcAft>
          <a:spcPct val="0"/>
        </a:spcAft>
        <a:buChar char="»"/>
        <a:defRPr sz="1800">
          <a:solidFill>
            <a:schemeClr val="tx1"/>
          </a:solidFill>
          <a:latin typeface="+mn-lt"/>
          <a:ea typeface="+mn-ea"/>
        </a:defRPr>
      </a:lvl7pPr>
      <a:lvl8pPr marL="1026000" indent="-198000" algn="l" rtl="0" eaLnBrk="1" fontAlgn="base" hangingPunct="1">
        <a:spcBef>
          <a:spcPct val="20000"/>
        </a:spcBef>
        <a:spcAft>
          <a:spcPct val="0"/>
        </a:spcAft>
        <a:buChar char="»"/>
        <a:defRPr sz="1800">
          <a:solidFill>
            <a:schemeClr val="tx1"/>
          </a:solidFill>
          <a:latin typeface="+mn-lt"/>
          <a:ea typeface="+mn-ea"/>
        </a:defRPr>
      </a:lvl8pPr>
      <a:lvl9pPr marL="1026000" indent="-198000" algn="l" rtl="0" eaLnBrk="1" fontAlgn="base" hangingPunct="1">
        <a:spcBef>
          <a:spcPct val="20000"/>
        </a:spcBef>
        <a:spcAft>
          <a:spcPct val="0"/>
        </a:spcAft>
        <a:buChar char="»"/>
        <a:defRPr sz="1800">
          <a:solidFill>
            <a:schemeClr val="tx1"/>
          </a:solidFill>
          <a:latin typeface="+mn-lt"/>
          <a:ea typeface="+mn-ea"/>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68" userDrawn="1">
          <p15:clr>
            <a:srgbClr val="F26B43"/>
          </p15:clr>
        </p15:guide>
        <p15:guide id="4" orient="horz" pos="881" userDrawn="1">
          <p15:clr>
            <a:srgbClr val="F26B43"/>
          </p15:clr>
        </p15:guide>
        <p15:guide id="5" orient="horz" pos="1074" userDrawn="1">
          <p15:clr>
            <a:srgbClr val="F26B43"/>
          </p15:clr>
        </p15:guide>
        <p15:guide id="6" orient="horz" pos="393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6.xml"/><Relationship Id="rId1" Type="http://schemas.openxmlformats.org/officeDocument/2006/relationships/customXml" Target="../../customXml/item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09C6D51-A462-3D8B-831E-BFC0A6CC61D6}"/>
              </a:ext>
            </a:extLst>
          </p:cNvPr>
          <p:cNvSpPr>
            <a:spLocks noGrp="1" noRot="1" noMove="1" noResize="1" noEditPoints="1" noAdjustHandles="1" noChangeArrowheads="1" noChangeShapeType="1"/>
          </p:cNvSpPr>
          <p:nvPr>
            <p:ph type="ctrTitle"/>
          </p:nvPr>
        </p:nvSpPr>
        <p:spPr/>
        <p:txBody>
          <a:bodyPr/>
          <a:lstStyle/>
          <a:p>
            <a:r>
              <a:rPr lang="en-GB" dirty="0"/>
              <a:t>Progress Report 3</a:t>
            </a:r>
          </a:p>
        </p:txBody>
      </p:sp>
      <p:sp>
        <p:nvSpPr>
          <p:cNvPr id="9" name="Subtitle 8">
            <a:extLst>
              <a:ext uri="{FF2B5EF4-FFF2-40B4-BE49-F238E27FC236}">
                <a16:creationId xmlns:a16="http://schemas.microsoft.com/office/drawing/2014/main" id="{932F85F2-7B5A-67B1-EFBA-AA36EF535390}"/>
              </a:ext>
            </a:extLst>
          </p:cNvPr>
          <p:cNvSpPr>
            <a:spLocks noGrp="1" noRot="1" noMove="1" noResize="1" noEditPoints="1" noAdjustHandles="1" noChangeArrowheads="1" noChangeShapeType="1"/>
          </p:cNvSpPr>
          <p:nvPr>
            <p:ph type="subTitle" idx="1"/>
          </p:nvPr>
        </p:nvSpPr>
        <p:spPr/>
        <p:txBody>
          <a:bodyPr/>
          <a:lstStyle/>
          <a:p>
            <a:r>
              <a:rPr lang="en-GB" dirty="0"/>
              <a:t>Innovation in Engineering</a:t>
            </a:r>
          </a:p>
        </p:txBody>
      </p:sp>
      <p:sp>
        <p:nvSpPr>
          <p:cNvPr id="3" name="Slide Number Placeholder 2">
            <a:extLst>
              <a:ext uri="{FF2B5EF4-FFF2-40B4-BE49-F238E27FC236}">
                <a16:creationId xmlns:a16="http://schemas.microsoft.com/office/drawing/2014/main" id="{0AA221E4-1851-497D-90EE-984C7112166A}"/>
              </a:ext>
            </a:extLst>
          </p:cNvPr>
          <p:cNvSpPr>
            <a:spLocks noGrp="1"/>
          </p:cNvSpPr>
          <p:nvPr>
            <p:ph type="sldNum" sz="quarter" idx="17"/>
          </p:nvPr>
        </p:nvSpPr>
        <p:spPr>
          <a:xfrm>
            <a:off x="11506450" y="6541200"/>
            <a:ext cx="432600" cy="316800"/>
          </a:xfrm>
        </p:spPr>
        <p:txBody>
          <a:bodyPr/>
          <a:lstStyle/>
          <a:p>
            <a:fld id="{24C8C45C-947F-4981-8B3F-4F32E973C901}" type="slidenum">
              <a:rPr lang="en-GB" smtClean="0"/>
              <a:pPr/>
              <a:t>1</a:t>
            </a:fld>
            <a:endParaRPr lang="en-GB" dirty="0"/>
          </a:p>
        </p:txBody>
      </p:sp>
    </p:spTree>
    <p:custDataLst>
      <p:custData r:id="rId1"/>
      <p:custData r:id="rId2"/>
    </p:custDataLst>
    <p:extLst>
      <p:ext uri="{BB962C8B-B14F-4D97-AF65-F5344CB8AC3E}">
        <p14:creationId xmlns:p14="http://schemas.microsoft.com/office/powerpoint/2010/main" val="2320714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ladsholder til slidenummer 11">
            <a:extLst>
              <a:ext uri="{FF2B5EF4-FFF2-40B4-BE49-F238E27FC236}">
                <a16:creationId xmlns:a16="http://schemas.microsoft.com/office/drawing/2014/main" id="{2C528DB5-FDA2-5464-02B8-A7FA23B034F7}"/>
              </a:ext>
            </a:extLst>
          </p:cNvPr>
          <p:cNvSpPr>
            <a:spLocks noGrp="1"/>
          </p:cNvSpPr>
          <p:nvPr>
            <p:ph type="sldNum" sz="quarter" idx="17"/>
          </p:nvPr>
        </p:nvSpPr>
        <p:spPr/>
        <p:txBody>
          <a:bodyPr/>
          <a:lstStyle/>
          <a:p>
            <a:fld id="{103EA872-A674-449B-A120-B97244F8E91D}" type="slidenum">
              <a:rPr lang="en-GB" smtClean="0"/>
              <a:pPr/>
              <a:t>2</a:t>
            </a:fld>
            <a:endParaRPr lang="en-GB" dirty="0"/>
          </a:p>
        </p:txBody>
      </p:sp>
      <p:sp>
        <p:nvSpPr>
          <p:cNvPr id="14" name="Tekstfelt 13">
            <a:extLst>
              <a:ext uri="{FF2B5EF4-FFF2-40B4-BE49-F238E27FC236}">
                <a16:creationId xmlns:a16="http://schemas.microsoft.com/office/drawing/2014/main" id="{DCFA6030-D578-2509-E08C-CF4D9FD6BAE3}"/>
              </a:ext>
            </a:extLst>
          </p:cNvPr>
          <p:cNvSpPr txBox="1">
            <a:spLocks noGrp="1" noRot="1" noMove="1" noResize="1" noEditPoints="1" noAdjustHandles="1" noChangeArrowheads="1" noChangeShapeType="1"/>
          </p:cNvSpPr>
          <p:nvPr/>
        </p:nvSpPr>
        <p:spPr>
          <a:xfrm>
            <a:off x="10343678" y="260648"/>
            <a:ext cx="1736054" cy="420628"/>
          </a:xfrm>
          <a:prstGeom prst="rect">
            <a:avLst/>
          </a:prstGeom>
          <a:noFill/>
        </p:spPr>
        <p:txBody>
          <a:bodyPr wrap="square" lIns="0" tIns="0" rIns="0" bIns="0" rtlCol="0">
            <a:spAutoFit/>
          </a:bodyPr>
          <a:lstStyle/>
          <a:p>
            <a:pPr algn="l">
              <a:spcBef>
                <a:spcPts val="432"/>
              </a:spcBef>
            </a:pPr>
            <a:r>
              <a:rPr lang="en-US" sz="1200" dirty="0">
                <a:solidFill>
                  <a:srgbClr val="FC7634"/>
                </a:solidFill>
                <a:latin typeface="+mn-lt"/>
              </a:rPr>
              <a:t>DTU Course:</a:t>
            </a:r>
          </a:p>
          <a:p>
            <a:pPr algn="l">
              <a:spcBef>
                <a:spcPts val="432"/>
              </a:spcBef>
            </a:pPr>
            <a:r>
              <a:rPr lang="en-US" sz="1200" dirty="0">
                <a:solidFill>
                  <a:srgbClr val="FC7634"/>
                </a:solidFill>
                <a:latin typeface="+mn-lt"/>
              </a:rPr>
              <a:t>Innovation in Engineering</a:t>
            </a:r>
          </a:p>
        </p:txBody>
      </p:sp>
      <p:sp>
        <p:nvSpPr>
          <p:cNvPr id="15" name="Rektangel 14">
            <a:extLst>
              <a:ext uri="{FF2B5EF4-FFF2-40B4-BE49-F238E27FC236}">
                <a16:creationId xmlns:a16="http://schemas.microsoft.com/office/drawing/2014/main" id="{E281F9DD-8C08-F237-0E55-50092A0898C4}"/>
              </a:ext>
            </a:extLst>
          </p:cNvPr>
          <p:cNvSpPr>
            <a:spLocks noGrp="1" noRot="1" noMove="1" noResize="1" noEditPoints="1" noAdjustHandles="1" noChangeArrowheads="1" noChangeShapeType="1"/>
          </p:cNvSpPr>
          <p:nvPr/>
        </p:nvSpPr>
        <p:spPr>
          <a:xfrm>
            <a:off x="172024" y="2139206"/>
            <a:ext cx="8282564" cy="4320480"/>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noAutofit/>
          </a:bodyPr>
          <a:lstStyle/>
          <a:p>
            <a:pPr>
              <a:spcBef>
                <a:spcPts val="0"/>
              </a:spcBef>
              <a:spcAft>
                <a:spcPts val="0"/>
              </a:spcAft>
            </a:pPr>
            <a:endParaRPr lang="en-US" sz="1100" b="0" i="0" dirty="0">
              <a:solidFill>
                <a:schemeClr val="tx1"/>
              </a:solidFill>
              <a:effectLst/>
              <a:latin typeface="Calibri" panose="020F0502020204030204" pitchFamily="34" charset="0"/>
              <a:cs typeface="Calibri" panose="020F0502020204030204" pitchFamily="34" charset="0"/>
            </a:endParaRPr>
          </a:p>
        </p:txBody>
      </p:sp>
      <p:sp>
        <p:nvSpPr>
          <p:cNvPr id="16" name="Rektangel 15">
            <a:extLst>
              <a:ext uri="{FF2B5EF4-FFF2-40B4-BE49-F238E27FC236}">
                <a16:creationId xmlns:a16="http://schemas.microsoft.com/office/drawing/2014/main" id="{01EC9CCE-28F9-B7D2-0420-709665CC2BF0}"/>
              </a:ext>
            </a:extLst>
          </p:cNvPr>
          <p:cNvSpPr>
            <a:spLocks noGrp="1" noRot="1" noMove="1" noResize="1" noEditPoints="1" noAdjustHandles="1" noChangeArrowheads="1" noChangeShapeType="1"/>
          </p:cNvSpPr>
          <p:nvPr/>
        </p:nvSpPr>
        <p:spPr>
          <a:xfrm>
            <a:off x="172023" y="1124744"/>
            <a:ext cx="8282565" cy="93610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chorCtr="0">
            <a:noAutofit/>
          </a:bodyPr>
          <a:lstStyle/>
          <a:p>
            <a:pPr algn="just">
              <a:spcBef>
                <a:spcPts val="400"/>
              </a:spcBef>
            </a:pPr>
            <a:r>
              <a:rPr lang="en-US" sz="700" b="1" i="0" dirty="0">
                <a:solidFill>
                  <a:srgbClr val="000000"/>
                </a:solidFill>
                <a:effectLst/>
                <a:latin typeface="Calibri"/>
                <a:cs typeface="Calibri"/>
              </a:rPr>
              <a:t>Goal:</a:t>
            </a:r>
            <a:r>
              <a:rPr lang="en-US" sz="700" b="1" dirty="0">
                <a:solidFill>
                  <a:srgbClr val="000000"/>
                </a:solidFill>
                <a:latin typeface="Calibri"/>
                <a:cs typeface="Calibri"/>
              </a:rPr>
              <a:t> </a:t>
            </a:r>
            <a:r>
              <a:rPr lang="en-US" sz="700" dirty="0">
                <a:solidFill>
                  <a:srgbClr val="000000"/>
                </a:solidFill>
                <a:latin typeface="Calibri"/>
                <a:cs typeface="Calibri"/>
              </a:rPr>
              <a:t>The</a:t>
            </a:r>
            <a:r>
              <a:rPr lang="en-US" sz="700" b="0" i="0" dirty="0">
                <a:solidFill>
                  <a:srgbClr val="000000"/>
                </a:solidFill>
                <a:effectLst/>
                <a:latin typeface="Calibri"/>
                <a:cs typeface="Calibri"/>
              </a:rPr>
              <a:t> purpose of </a:t>
            </a:r>
            <a:r>
              <a:rPr lang="en-US" sz="700" dirty="0">
                <a:solidFill>
                  <a:srgbClr val="000000"/>
                </a:solidFill>
                <a:latin typeface="Calibri"/>
                <a:cs typeface="Calibri"/>
              </a:rPr>
              <a:t>prioritizing your focus areas </a:t>
            </a:r>
            <a:r>
              <a:rPr lang="en-US" sz="700" b="0" i="0" dirty="0">
                <a:solidFill>
                  <a:srgbClr val="000000"/>
                </a:solidFill>
                <a:effectLst/>
                <a:latin typeface="Calibri"/>
                <a:cs typeface="Calibri"/>
              </a:rPr>
              <a:t>is to </a:t>
            </a:r>
            <a:r>
              <a:rPr lang="en-US" sz="700" dirty="0">
                <a:solidFill>
                  <a:srgbClr val="000000"/>
                </a:solidFill>
                <a:latin typeface="Calibri"/>
                <a:cs typeface="Calibri"/>
              </a:rPr>
              <a:t>narrow </a:t>
            </a:r>
            <a:r>
              <a:rPr lang="en-US" sz="700" b="0" i="0" dirty="0">
                <a:solidFill>
                  <a:srgbClr val="000000"/>
                </a:solidFill>
                <a:effectLst/>
                <a:latin typeface="Calibri"/>
                <a:cs typeface="Calibri"/>
              </a:rPr>
              <a:t>them </a:t>
            </a:r>
            <a:r>
              <a:rPr lang="en-US" sz="700" dirty="0">
                <a:solidFill>
                  <a:srgbClr val="000000"/>
                </a:solidFill>
                <a:latin typeface="Calibri"/>
                <a:cs typeface="Calibri"/>
              </a:rPr>
              <a:t>down to only </a:t>
            </a:r>
            <a:r>
              <a:rPr lang="en-US" sz="700" b="0" i="0" dirty="0">
                <a:solidFill>
                  <a:srgbClr val="000000"/>
                </a:solidFill>
                <a:effectLst/>
                <a:latin typeface="Calibri"/>
                <a:cs typeface="Calibri"/>
              </a:rPr>
              <a:t>the </a:t>
            </a:r>
            <a:r>
              <a:rPr lang="en-US" sz="700" dirty="0">
                <a:solidFill>
                  <a:srgbClr val="000000"/>
                </a:solidFill>
                <a:latin typeface="Calibri"/>
                <a:cs typeface="Calibri"/>
              </a:rPr>
              <a:t>most important ones, before moving </a:t>
            </a:r>
            <a:r>
              <a:rPr lang="en-US" sz="700" b="0" i="0" dirty="0">
                <a:solidFill>
                  <a:srgbClr val="000000"/>
                </a:solidFill>
                <a:effectLst/>
                <a:latin typeface="Calibri"/>
                <a:cs typeface="Calibri"/>
              </a:rPr>
              <a:t>on to the </a:t>
            </a:r>
            <a:r>
              <a:rPr lang="en-US" sz="700" dirty="0">
                <a:solidFill>
                  <a:srgbClr val="000000"/>
                </a:solidFill>
                <a:latin typeface="Calibri"/>
                <a:cs typeface="Calibri"/>
              </a:rPr>
              <a:t>next step. Additionally, mapping innovation opportunities helps identify where you could potentially add value for one or more </a:t>
            </a:r>
            <a:r>
              <a:rPr lang="en-US" sz="700" b="0" i="0" dirty="0">
                <a:solidFill>
                  <a:srgbClr val="000000"/>
                </a:solidFill>
                <a:effectLst/>
                <a:latin typeface="Calibri"/>
                <a:cs typeface="Calibri"/>
              </a:rPr>
              <a:t>of </a:t>
            </a:r>
            <a:r>
              <a:rPr lang="en-US" sz="700" dirty="0">
                <a:solidFill>
                  <a:srgbClr val="000000"/>
                </a:solidFill>
                <a:latin typeface="Calibri"/>
                <a:cs typeface="Calibri"/>
              </a:rPr>
              <a:t>the stakeholders relevant to </a:t>
            </a:r>
            <a:r>
              <a:rPr lang="en-US" sz="700" b="0" i="0" dirty="0">
                <a:solidFill>
                  <a:srgbClr val="000000"/>
                </a:solidFill>
                <a:effectLst/>
                <a:latin typeface="Calibri"/>
                <a:cs typeface="Calibri"/>
              </a:rPr>
              <a:t>your innovation </a:t>
            </a:r>
            <a:r>
              <a:rPr lang="en-US" sz="700" dirty="0">
                <a:solidFill>
                  <a:srgbClr val="000000"/>
                </a:solidFill>
                <a:latin typeface="Calibri"/>
                <a:cs typeface="Calibri"/>
              </a:rPr>
              <a:t>challenge.</a:t>
            </a:r>
            <a:endParaRPr lang="en-US" sz="700" b="0" i="0" dirty="0">
              <a:solidFill>
                <a:srgbClr val="000000"/>
              </a:solidFill>
              <a:effectLst/>
              <a:latin typeface="Calibri" panose="020F0502020204030204" pitchFamily="34" charset="0"/>
              <a:cs typeface="Calibri" panose="020F0502020204030204" pitchFamily="34" charset="0"/>
            </a:endParaRPr>
          </a:p>
          <a:p>
            <a:pPr indent="-342900" algn="just">
              <a:spcBef>
                <a:spcPts val="400"/>
              </a:spcBef>
              <a:buAutoNum type="alphaLcParenR"/>
            </a:pPr>
            <a:r>
              <a:rPr lang="en-US" sz="700" dirty="0">
                <a:solidFill>
                  <a:srgbClr val="000000"/>
                </a:solidFill>
                <a:latin typeface="Calibri"/>
                <a:cs typeface="Calibri"/>
              </a:rPr>
              <a:t>What challenges </a:t>
            </a:r>
            <a:r>
              <a:rPr lang="en-US" sz="700" b="0" i="0" dirty="0">
                <a:solidFill>
                  <a:srgbClr val="000000"/>
                </a:solidFill>
                <a:effectLst/>
                <a:latin typeface="Calibri"/>
                <a:cs typeface="Calibri"/>
              </a:rPr>
              <a:t>did </a:t>
            </a:r>
            <a:r>
              <a:rPr lang="en-US" sz="700" dirty="0">
                <a:solidFill>
                  <a:srgbClr val="000000"/>
                </a:solidFill>
                <a:latin typeface="Calibri"/>
                <a:cs typeface="Calibri"/>
              </a:rPr>
              <a:t>you face when prioritizing focus areas with </a:t>
            </a:r>
            <a:r>
              <a:rPr lang="en-US" sz="700" b="0" i="0" dirty="0">
                <a:solidFill>
                  <a:srgbClr val="000000"/>
                </a:solidFill>
                <a:effectLst/>
                <a:latin typeface="Calibri"/>
                <a:cs typeface="Calibri"/>
              </a:rPr>
              <a:t>your team</a:t>
            </a:r>
            <a:r>
              <a:rPr lang="en-US" sz="700" dirty="0">
                <a:solidFill>
                  <a:srgbClr val="000000"/>
                </a:solidFill>
                <a:latin typeface="Calibri"/>
                <a:cs typeface="Calibri"/>
              </a:rPr>
              <a:t>,</a:t>
            </a:r>
            <a:r>
              <a:rPr lang="en-US" sz="700" b="0" i="0" dirty="0">
                <a:solidFill>
                  <a:srgbClr val="000000"/>
                </a:solidFill>
                <a:effectLst/>
                <a:latin typeface="Calibri"/>
                <a:cs typeface="Calibri"/>
              </a:rPr>
              <a:t> and </a:t>
            </a:r>
            <a:r>
              <a:rPr lang="en-US" sz="700" dirty="0">
                <a:solidFill>
                  <a:srgbClr val="000000"/>
                </a:solidFill>
                <a:latin typeface="Calibri"/>
                <a:cs typeface="Calibri"/>
              </a:rPr>
              <a:t>why do you think these challenges arose</a:t>
            </a:r>
            <a:r>
              <a:rPr lang="en-US" sz="700" b="0" i="0" dirty="0">
                <a:solidFill>
                  <a:srgbClr val="000000"/>
                </a:solidFill>
                <a:effectLst/>
                <a:latin typeface="Calibri"/>
                <a:cs typeface="Calibri"/>
              </a:rPr>
              <a:t>?</a:t>
            </a:r>
          </a:p>
          <a:p>
            <a:pPr indent="-342900" algn="just">
              <a:spcBef>
                <a:spcPts val="400"/>
              </a:spcBef>
              <a:buAutoNum type="alphaLcParenR"/>
            </a:pPr>
            <a:r>
              <a:rPr lang="en-US" sz="700" dirty="0">
                <a:solidFill>
                  <a:srgbClr val="000000"/>
                </a:solidFill>
                <a:latin typeface="Calibri"/>
                <a:cs typeface="Calibri"/>
              </a:rPr>
              <a:t>Should opportunities always be selected based on high value and low complexity? Explain your reasoning.</a:t>
            </a:r>
          </a:p>
          <a:p>
            <a:pPr indent="-342900" algn="just">
              <a:spcBef>
                <a:spcPts val="400"/>
              </a:spcBef>
              <a:buAutoNum type="alphaLcParenR"/>
            </a:pPr>
            <a:r>
              <a:rPr lang="en-US" sz="700" dirty="0">
                <a:solidFill>
                  <a:srgbClr val="000000"/>
                </a:solidFill>
                <a:latin typeface="Calibri"/>
                <a:cs typeface="Calibri"/>
              </a:rPr>
              <a:t>What difficulties did you encounter while mapping opportunities for innovation? </a:t>
            </a:r>
          </a:p>
          <a:p>
            <a:pPr algn="just">
              <a:spcBef>
                <a:spcPts val="400"/>
              </a:spcBef>
            </a:pPr>
            <a:r>
              <a:rPr lang="en-US" sz="700" b="1" i="0" dirty="0">
                <a:solidFill>
                  <a:srgbClr val="000000"/>
                </a:solidFill>
                <a:effectLst/>
                <a:latin typeface="Calibri"/>
                <a:cs typeface="Calibri"/>
              </a:rPr>
              <a:t>Consider:</a:t>
            </a:r>
            <a:r>
              <a:rPr lang="en-US" sz="700" b="1" dirty="0">
                <a:solidFill>
                  <a:srgbClr val="000000"/>
                </a:solidFill>
                <a:latin typeface="Calibri"/>
                <a:cs typeface="Calibri"/>
              </a:rPr>
              <a:t> </a:t>
            </a:r>
            <a:r>
              <a:rPr lang="en-US" sz="700" dirty="0">
                <a:solidFill>
                  <a:srgbClr val="000000"/>
                </a:solidFill>
                <a:latin typeface="Calibri"/>
                <a:cs typeface="Calibri"/>
              </a:rPr>
              <a:t>Team dynamics, time management</a:t>
            </a:r>
            <a:r>
              <a:rPr lang="en-US" sz="700" b="0" i="0" dirty="0">
                <a:solidFill>
                  <a:srgbClr val="000000"/>
                </a:solidFill>
                <a:effectLst/>
                <a:latin typeface="Calibri"/>
                <a:cs typeface="Calibri"/>
              </a:rPr>
              <a:t>, </a:t>
            </a:r>
            <a:r>
              <a:rPr lang="en-US" sz="700" dirty="0">
                <a:solidFill>
                  <a:srgbClr val="000000"/>
                </a:solidFill>
                <a:latin typeface="Calibri"/>
                <a:cs typeface="Calibri"/>
              </a:rPr>
              <a:t>opportunity assessment</a:t>
            </a:r>
            <a:r>
              <a:rPr lang="en-US" sz="700" b="0" i="0" dirty="0">
                <a:solidFill>
                  <a:srgbClr val="000000"/>
                </a:solidFill>
                <a:effectLst/>
                <a:latin typeface="Calibri"/>
                <a:cs typeface="Calibri"/>
              </a:rPr>
              <a:t>, </a:t>
            </a:r>
            <a:r>
              <a:rPr lang="en-US" sz="700" dirty="0">
                <a:solidFill>
                  <a:srgbClr val="000000"/>
                </a:solidFill>
                <a:latin typeface="Calibri"/>
                <a:cs typeface="Calibri"/>
              </a:rPr>
              <a:t>and risk assessment</a:t>
            </a:r>
            <a:r>
              <a:rPr lang="en-US" sz="700" b="0" i="0" dirty="0">
                <a:solidFill>
                  <a:srgbClr val="000000"/>
                </a:solidFill>
                <a:effectLst/>
                <a:latin typeface="Calibri"/>
                <a:cs typeface="Calibri"/>
              </a:rPr>
              <a:t>.</a:t>
            </a:r>
            <a:endParaRPr lang="en-US" sz="700" dirty="0">
              <a:solidFill>
                <a:srgbClr val="000000"/>
              </a:solidFill>
              <a:latin typeface="Calibri"/>
              <a:cs typeface="Calibri"/>
            </a:endParaRPr>
          </a:p>
        </p:txBody>
      </p:sp>
      <p:sp>
        <p:nvSpPr>
          <p:cNvPr id="17" name="Rektangel 16">
            <a:extLst>
              <a:ext uri="{FF2B5EF4-FFF2-40B4-BE49-F238E27FC236}">
                <a16:creationId xmlns:a16="http://schemas.microsoft.com/office/drawing/2014/main" id="{A9B3FC25-4924-AADE-82D0-4CBB76A776A0}"/>
              </a:ext>
            </a:extLst>
          </p:cNvPr>
          <p:cNvSpPr>
            <a:spLocks noGrp="1" noRot="1" noMove="1" noResize="1" noEditPoints="1" noAdjustHandles="1" noChangeArrowheads="1" noChangeShapeType="1"/>
          </p:cNvSpPr>
          <p:nvPr/>
        </p:nvSpPr>
        <p:spPr>
          <a:xfrm>
            <a:off x="8536670" y="1127768"/>
            <a:ext cx="3535200" cy="93308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normAutofit/>
          </a:bodyPr>
          <a:lstStyle/>
          <a:p>
            <a:r>
              <a:rPr lang="en-US" sz="1200" b="1" dirty="0">
                <a:solidFill>
                  <a:schemeClr val="tx1"/>
                </a:solidFill>
                <a:latin typeface="Calibri" panose="020F0502020204030204" pitchFamily="34" charset="0"/>
                <a:cs typeface="Calibri" panose="020F0502020204030204" pitchFamily="34" charset="0"/>
              </a:rPr>
              <a:t>Student name: Hákon Hlynsson </a:t>
            </a:r>
          </a:p>
          <a:p>
            <a:r>
              <a:rPr lang="en-US" sz="1200" b="1" dirty="0">
                <a:solidFill>
                  <a:schemeClr val="tx1"/>
                </a:solidFill>
                <a:latin typeface="Calibri" panose="020F0502020204030204" pitchFamily="34" charset="0"/>
                <a:cs typeface="Calibri" panose="020F0502020204030204" pitchFamily="34" charset="0"/>
              </a:rPr>
              <a:t>Student nr.: s225765</a:t>
            </a:r>
          </a:p>
        </p:txBody>
      </p:sp>
      <p:sp>
        <p:nvSpPr>
          <p:cNvPr id="2" name="Rektangel 8">
            <a:extLst>
              <a:ext uri="{FF2B5EF4-FFF2-40B4-BE49-F238E27FC236}">
                <a16:creationId xmlns:a16="http://schemas.microsoft.com/office/drawing/2014/main" id="{BED47574-1408-A6F0-3B5A-D8316E8FEF38}"/>
              </a:ext>
            </a:extLst>
          </p:cNvPr>
          <p:cNvSpPr>
            <a:spLocks noGrp="1" noRot="1" noMove="1" noResize="1" noEditPoints="1" noAdjustHandles="1" noChangeArrowheads="1" noChangeShapeType="1"/>
          </p:cNvSpPr>
          <p:nvPr/>
        </p:nvSpPr>
        <p:spPr>
          <a:xfrm>
            <a:off x="8536670" y="4383287"/>
            <a:ext cx="3535200" cy="2094046"/>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Rektangel 8">
            <a:extLst>
              <a:ext uri="{FF2B5EF4-FFF2-40B4-BE49-F238E27FC236}">
                <a16:creationId xmlns:a16="http://schemas.microsoft.com/office/drawing/2014/main" id="{57435CE5-64BB-01EC-06CF-C454264B63C4}"/>
              </a:ext>
            </a:extLst>
          </p:cNvPr>
          <p:cNvSpPr>
            <a:spLocks/>
          </p:cNvSpPr>
          <p:nvPr/>
        </p:nvSpPr>
        <p:spPr>
          <a:xfrm>
            <a:off x="8536670" y="2132857"/>
            <a:ext cx="3535200" cy="21529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pSp>
        <p:nvGrpSpPr>
          <p:cNvPr id="7" name="Group 6">
            <a:extLst>
              <a:ext uri="{FF2B5EF4-FFF2-40B4-BE49-F238E27FC236}">
                <a16:creationId xmlns:a16="http://schemas.microsoft.com/office/drawing/2014/main" id="{489E57E7-C85C-BD86-692A-35CD3A41191B}"/>
              </a:ext>
            </a:extLst>
          </p:cNvPr>
          <p:cNvGrpSpPr/>
          <p:nvPr/>
        </p:nvGrpSpPr>
        <p:grpSpPr>
          <a:xfrm>
            <a:off x="9349233" y="4504847"/>
            <a:ext cx="1988889" cy="1676424"/>
            <a:chOff x="9349233" y="4504847"/>
            <a:chExt cx="1988889" cy="1676424"/>
          </a:xfrm>
        </p:grpSpPr>
        <p:pic>
          <p:nvPicPr>
            <p:cNvPr id="3" name="Grafik 12" descr="Billede med massiv udfyldning">
              <a:extLst>
                <a:ext uri="{FF2B5EF4-FFF2-40B4-BE49-F238E27FC236}">
                  <a16:creationId xmlns:a16="http://schemas.microsoft.com/office/drawing/2014/main" id="{5C1910DA-6D85-D791-F612-6C6265293C94}"/>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4504847"/>
              <a:ext cx="1988889" cy="1571057"/>
            </a:xfrm>
            <a:prstGeom prst="rect">
              <a:avLst/>
            </a:prstGeom>
          </p:spPr>
        </p:pic>
        <p:sp>
          <p:nvSpPr>
            <p:cNvPr id="4" name="Tekstfelt 17">
              <a:extLst>
                <a:ext uri="{FF2B5EF4-FFF2-40B4-BE49-F238E27FC236}">
                  <a16:creationId xmlns:a16="http://schemas.microsoft.com/office/drawing/2014/main" id="{BA6832CF-FA64-221C-5722-60114938C76F}"/>
                </a:ext>
              </a:extLst>
            </p:cNvPr>
            <p:cNvSpPr txBox="1">
              <a:spLocks/>
            </p:cNvSpPr>
            <p:nvPr/>
          </p:nvSpPr>
          <p:spPr>
            <a:xfrm>
              <a:off x="9503524" y="5842717"/>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grpSp>
      <p:grpSp>
        <p:nvGrpSpPr>
          <p:cNvPr id="10" name="Group 9">
            <a:extLst>
              <a:ext uri="{FF2B5EF4-FFF2-40B4-BE49-F238E27FC236}">
                <a16:creationId xmlns:a16="http://schemas.microsoft.com/office/drawing/2014/main" id="{413E9AF1-6FEE-9459-C489-EF30E248FEF7}"/>
              </a:ext>
            </a:extLst>
          </p:cNvPr>
          <p:cNvGrpSpPr/>
          <p:nvPr/>
        </p:nvGrpSpPr>
        <p:grpSpPr>
          <a:xfrm>
            <a:off x="9349233" y="2230355"/>
            <a:ext cx="1988889" cy="1740334"/>
            <a:chOff x="9349233" y="2230355"/>
            <a:chExt cx="1988889" cy="1740334"/>
          </a:xfrm>
        </p:grpSpPr>
        <p:sp>
          <p:nvSpPr>
            <p:cNvPr id="18" name="Tekstfelt 17">
              <a:extLst>
                <a:ext uri="{FF2B5EF4-FFF2-40B4-BE49-F238E27FC236}">
                  <a16:creationId xmlns:a16="http://schemas.microsoft.com/office/drawing/2014/main" id="{3109B39C-93F4-02D1-087D-725F4A44F286}"/>
                </a:ext>
              </a:extLst>
            </p:cNvPr>
            <p:cNvSpPr txBox="1">
              <a:spLocks/>
            </p:cNvSpPr>
            <p:nvPr/>
          </p:nvSpPr>
          <p:spPr>
            <a:xfrm>
              <a:off x="9503524" y="3632135"/>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pic>
          <p:nvPicPr>
            <p:cNvPr id="5" name="Grafik 12" descr="Billede med massiv udfyldning">
              <a:extLst>
                <a:ext uri="{FF2B5EF4-FFF2-40B4-BE49-F238E27FC236}">
                  <a16:creationId xmlns:a16="http://schemas.microsoft.com/office/drawing/2014/main" id="{61795702-A2D2-B5E0-C422-B272CBEA8229}"/>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2230355"/>
              <a:ext cx="1988889" cy="1571057"/>
            </a:xfrm>
            <a:prstGeom prst="rect">
              <a:avLst/>
            </a:prstGeom>
          </p:spPr>
        </p:pic>
      </p:grpSp>
      <p:sp>
        <p:nvSpPr>
          <p:cNvPr id="6" name="TextBox 5">
            <a:extLst>
              <a:ext uri="{FF2B5EF4-FFF2-40B4-BE49-F238E27FC236}">
                <a16:creationId xmlns:a16="http://schemas.microsoft.com/office/drawing/2014/main" id="{31C36420-D5A5-3CA0-765D-7744CC5363F4}"/>
              </a:ext>
            </a:extLst>
          </p:cNvPr>
          <p:cNvSpPr txBox="1"/>
          <p:nvPr/>
        </p:nvSpPr>
        <p:spPr>
          <a:xfrm>
            <a:off x="262558" y="2204864"/>
            <a:ext cx="8121096" cy="4742324"/>
          </a:xfrm>
          <a:prstGeom prst="rect">
            <a:avLst/>
          </a:prstGeom>
          <a:noFill/>
        </p:spPr>
        <p:txBody>
          <a:bodyPr wrap="square" lIns="0" tIns="0" rIns="0" bIns="0" rtlCol="0">
            <a:spAutoFit/>
          </a:bodyPr>
          <a:lstStyle/>
          <a:p>
            <a:r>
              <a:rPr lang="en-DK" sz="1100" b="1" dirty="0"/>
              <a:t>A)</a:t>
            </a:r>
            <a:endParaRPr lang="en-DK" sz="1100" dirty="0"/>
          </a:p>
          <a:p>
            <a:r>
              <a:rPr lang="en-DK" sz="1100" dirty="0"/>
              <a:t>We started by reading the case statement together as a group. Then everybody got a small focus area that they had to look into before the next meeting. When we met up the next day we presented our findings to each other, and it was pretty clear that some people had done a lot more than others. A few had gone really deep and documented everything they found, while others had spent maybe five minutes on it. That caused some frustration in the group, because the ones who had put in the work felt a bit let down. So after the presentations we agreed that we needed a minimum workload for next time, so we would not end up in the same situation again. After that we each got three stars in Miro and placed them on the focus areas we wanted to work with.</a:t>
            </a:r>
          </a:p>
          <a:p>
            <a:r>
              <a:rPr lang="en-DK" sz="1100" b="1" dirty="0"/>
              <a:t>B)</a:t>
            </a:r>
            <a:endParaRPr lang="en-DK" sz="1100" dirty="0"/>
          </a:p>
          <a:p>
            <a:r>
              <a:rPr lang="en-DK" sz="1100" dirty="0"/>
              <a:t>Not really. The Value vs Complexity matrix helps us sort opportunities by how much value they bring compared to how hard they are to implement, so it is useful when we decide what to do first. But if you always go for the high value and low complexity option, you can end up missing a more complex idea that would actually work better in the end. It is more of a tool to help us discuss things than something that makes the decision for us. Our own Value vs Complexity matrix can be seen to the right.</a:t>
            </a:r>
          </a:p>
          <a:p>
            <a:r>
              <a:rPr lang="en-DK" sz="1100" b="1" dirty="0"/>
              <a:t>C)</a:t>
            </a:r>
            <a:endParaRPr lang="en-DK" sz="1100" dirty="0"/>
          </a:p>
          <a:p>
            <a:r>
              <a:rPr lang="en-DK" sz="1100" dirty="0"/>
              <a:t>When we mapped the opportunities, one of the things we struggled with was that people did not agree on how easy the different ideas would be to implement. There were really two parts to it. One was how hard the thing would be to actually build, and the other was how hard it would be to get people to use it. The topic we spent the most time on was the drone ID and the database behind it. For new drones it would not be that hard, because the function could just be built in from the start, but a lot of older drones do not have the hardware for it. We also came from different backgrounds, so some of us thought it sounded easy while others thought it would be a big job. That meant it took a while before we could agree on where to place it in the matrix.</a:t>
            </a:r>
          </a:p>
          <a:p>
            <a:pPr algn="l">
              <a:spcBef>
                <a:spcPts val="432"/>
              </a:spcBef>
            </a:pPr>
            <a:endParaRPr lang="da-DK" dirty="0">
              <a:latin typeface="+mn-lt"/>
            </a:endParaRPr>
          </a:p>
          <a:p>
            <a:pPr algn="l">
              <a:spcBef>
                <a:spcPts val="432"/>
              </a:spcBef>
            </a:pPr>
            <a:endParaRPr lang="da-DK" dirty="0" err="1">
              <a:latin typeface="+mn-lt"/>
            </a:endParaRPr>
          </a:p>
        </p:txBody>
      </p:sp>
      <p:pic>
        <p:nvPicPr>
          <p:cNvPr id="11" name="Picture 10">
            <a:extLst>
              <a:ext uri="{FF2B5EF4-FFF2-40B4-BE49-F238E27FC236}">
                <a16:creationId xmlns:a16="http://schemas.microsoft.com/office/drawing/2014/main" id="{7A7E23EF-1FA2-6104-79EA-C929597C639C}"/>
              </a:ext>
            </a:extLst>
          </p:cNvPr>
          <p:cNvPicPr>
            <a:picLocks noChangeAspect="1"/>
          </p:cNvPicPr>
          <p:nvPr/>
        </p:nvPicPr>
        <p:blipFill>
          <a:blip r:embed="rId4"/>
          <a:stretch>
            <a:fillRect/>
          </a:stretch>
        </p:blipFill>
        <p:spPr>
          <a:xfrm>
            <a:off x="8545122" y="2276872"/>
            <a:ext cx="3373772" cy="1778412"/>
          </a:xfrm>
          <a:prstGeom prst="rect">
            <a:avLst/>
          </a:prstGeom>
        </p:spPr>
      </p:pic>
      <p:sp>
        <p:nvSpPr>
          <p:cNvPr id="13" name="TextBox 12">
            <a:extLst>
              <a:ext uri="{FF2B5EF4-FFF2-40B4-BE49-F238E27FC236}">
                <a16:creationId xmlns:a16="http://schemas.microsoft.com/office/drawing/2014/main" id="{A32571D4-7471-184F-6203-D9B73095DA7E}"/>
              </a:ext>
            </a:extLst>
          </p:cNvPr>
          <p:cNvSpPr txBox="1"/>
          <p:nvPr/>
        </p:nvSpPr>
        <p:spPr>
          <a:xfrm>
            <a:off x="8759502" y="4055284"/>
            <a:ext cx="3024336" cy="184666"/>
          </a:xfrm>
          <a:prstGeom prst="rect">
            <a:avLst/>
          </a:prstGeom>
          <a:noFill/>
        </p:spPr>
        <p:txBody>
          <a:bodyPr wrap="square" lIns="0" tIns="0" rIns="0" bIns="0" rtlCol="0">
            <a:spAutoFit/>
          </a:bodyPr>
          <a:lstStyle/>
          <a:p>
            <a:pPr>
              <a:spcBef>
                <a:spcPts val="432"/>
              </a:spcBef>
            </a:pPr>
            <a:r>
              <a:rPr lang="da-DK" sz="1200" dirty="0">
                <a:latin typeface="+mn-lt"/>
              </a:rPr>
              <a:t>Our </a:t>
            </a:r>
            <a:r>
              <a:rPr lang="da-DK" sz="1200" dirty="0"/>
              <a:t>the </a:t>
            </a:r>
            <a:r>
              <a:rPr lang="en-US" sz="1200" dirty="0"/>
              <a:t>v</a:t>
            </a:r>
            <a:r>
              <a:rPr lang="en-DK" sz="1200" dirty="0" err="1"/>
              <a:t>alue</a:t>
            </a:r>
            <a:r>
              <a:rPr lang="en-DK" sz="1200" dirty="0"/>
              <a:t> vs </a:t>
            </a:r>
            <a:r>
              <a:rPr lang="en-US" sz="1200" dirty="0"/>
              <a:t>c</a:t>
            </a:r>
            <a:r>
              <a:rPr lang="en-DK" sz="1200" dirty="0" err="1"/>
              <a:t>omplexity</a:t>
            </a:r>
            <a:r>
              <a:rPr lang="en-US" sz="1200" dirty="0"/>
              <a:t> </a:t>
            </a:r>
            <a:r>
              <a:rPr lang="en-US" sz="1200" dirty="0" err="1"/>
              <a:t>matix</a:t>
            </a:r>
            <a:r>
              <a:rPr lang="en-US" sz="1200" dirty="0"/>
              <a:t> </a:t>
            </a:r>
            <a:endParaRPr lang="da-DK" sz="1200" dirty="0" err="1">
              <a:latin typeface="+mn-lt"/>
            </a:endParaRPr>
          </a:p>
        </p:txBody>
      </p:sp>
      <p:pic>
        <p:nvPicPr>
          <p:cNvPr id="20" name="Picture 19">
            <a:extLst>
              <a:ext uri="{FF2B5EF4-FFF2-40B4-BE49-F238E27FC236}">
                <a16:creationId xmlns:a16="http://schemas.microsoft.com/office/drawing/2014/main" id="{3C02EAC7-E51E-39B4-B999-8A2FF51E379F}"/>
              </a:ext>
            </a:extLst>
          </p:cNvPr>
          <p:cNvPicPr>
            <a:picLocks noChangeAspect="1"/>
          </p:cNvPicPr>
          <p:nvPr/>
        </p:nvPicPr>
        <p:blipFill>
          <a:blip r:embed="rId5"/>
          <a:stretch>
            <a:fillRect/>
          </a:stretch>
        </p:blipFill>
        <p:spPr>
          <a:xfrm>
            <a:off x="8540290" y="4660860"/>
            <a:ext cx="3551451" cy="1478911"/>
          </a:xfrm>
          <a:prstGeom prst="rect">
            <a:avLst/>
          </a:prstGeom>
        </p:spPr>
      </p:pic>
      <p:sp>
        <p:nvSpPr>
          <p:cNvPr id="21" name="TextBox 20">
            <a:extLst>
              <a:ext uri="{FF2B5EF4-FFF2-40B4-BE49-F238E27FC236}">
                <a16:creationId xmlns:a16="http://schemas.microsoft.com/office/drawing/2014/main" id="{452A7154-45EF-D335-A69F-87C35984786F}"/>
              </a:ext>
            </a:extLst>
          </p:cNvPr>
          <p:cNvSpPr txBox="1"/>
          <p:nvPr/>
        </p:nvSpPr>
        <p:spPr>
          <a:xfrm>
            <a:off x="8821983" y="6177642"/>
            <a:ext cx="3402903" cy="246221"/>
          </a:xfrm>
          <a:prstGeom prst="rect">
            <a:avLst/>
          </a:prstGeom>
          <a:noFill/>
        </p:spPr>
        <p:txBody>
          <a:bodyPr wrap="square" lIns="0" tIns="0" rIns="0" bIns="0" rtlCol="0">
            <a:spAutoFit/>
          </a:bodyPr>
          <a:lstStyle/>
          <a:p>
            <a:pPr>
              <a:spcBef>
                <a:spcPts val="432"/>
              </a:spcBef>
            </a:pPr>
            <a:r>
              <a:rPr lang="en-US" dirty="0"/>
              <a:t>S</a:t>
            </a:r>
            <a:r>
              <a:rPr lang="en-DK" dirty="0"/>
              <a:t>mall focus </a:t>
            </a:r>
            <a:r>
              <a:rPr lang="da-DK" dirty="0">
                <a:latin typeface="+mn-lt"/>
              </a:rPr>
              <a:t>presented</a:t>
            </a:r>
          </a:p>
        </p:txBody>
      </p:sp>
    </p:spTree>
    <p:extLst>
      <p:ext uri="{BB962C8B-B14F-4D97-AF65-F5344CB8AC3E}">
        <p14:creationId xmlns:p14="http://schemas.microsoft.com/office/powerpoint/2010/main" val="420387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ladsholder til slidenummer 11">
            <a:extLst>
              <a:ext uri="{FF2B5EF4-FFF2-40B4-BE49-F238E27FC236}">
                <a16:creationId xmlns:a16="http://schemas.microsoft.com/office/drawing/2014/main" id="{2C528DB5-FDA2-5464-02B8-A7FA23B034F7}"/>
              </a:ext>
            </a:extLst>
          </p:cNvPr>
          <p:cNvSpPr>
            <a:spLocks noGrp="1"/>
          </p:cNvSpPr>
          <p:nvPr>
            <p:ph type="sldNum" sz="quarter" idx="17"/>
          </p:nvPr>
        </p:nvSpPr>
        <p:spPr/>
        <p:txBody>
          <a:bodyPr/>
          <a:lstStyle/>
          <a:p>
            <a:fld id="{103EA872-A674-449B-A120-B97244F8E91D}" type="slidenum">
              <a:rPr lang="en-GB" smtClean="0"/>
              <a:pPr/>
              <a:t>3</a:t>
            </a:fld>
            <a:endParaRPr lang="en-GB" dirty="0"/>
          </a:p>
        </p:txBody>
      </p:sp>
      <p:sp>
        <p:nvSpPr>
          <p:cNvPr id="14" name="Tekstfelt 13">
            <a:extLst>
              <a:ext uri="{FF2B5EF4-FFF2-40B4-BE49-F238E27FC236}">
                <a16:creationId xmlns:a16="http://schemas.microsoft.com/office/drawing/2014/main" id="{DCFA6030-D578-2509-E08C-CF4D9FD6BAE3}"/>
              </a:ext>
            </a:extLst>
          </p:cNvPr>
          <p:cNvSpPr txBox="1">
            <a:spLocks noGrp="1" noRot="1" noMove="1" noResize="1" noEditPoints="1" noAdjustHandles="1" noChangeArrowheads="1" noChangeShapeType="1"/>
          </p:cNvSpPr>
          <p:nvPr/>
        </p:nvSpPr>
        <p:spPr>
          <a:xfrm>
            <a:off x="10343678" y="260648"/>
            <a:ext cx="1736054" cy="420628"/>
          </a:xfrm>
          <a:prstGeom prst="rect">
            <a:avLst/>
          </a:prstGeom>
          <a:noFill/>
        </p:spPr>
        <p:txBody>
          <a:bodyPr wrap="square" lIns="0" tIns="0" rIns="0" bIns="0" rtlCol="0">
            <a:spAutoFit/>
          </a:bodyPr>
          <a:lstStyle/>
          <a:p>
            <a:pPr algn="l">
              <a:spcBef>
                <a:spcPts val="432"/>
              </a:spcBef>
            </a:pPr>
            <a:r>
              <a:rPr lang="en-US" sz="1200" dirty="0">
                <a:solidFill>
                  <a:srgbClr val="FC7634"/>
                </a:solidFill>
                <a:latin typeface="+mn-lt"/>
              </a:rPr>
              <a:t>DTU Course:</a:t>
            </a:r>
          </a:p>
          <a:p>
            <a:pPr algn="l">
              <a:spcBef>
                <a:spcPts val="432"/>
              </a:spcBef>
            </a:pPr>
            <a:r>
              <a:rPr lang="en-US" sz="1200" dirty="0">
                <a:solidFill>
                  <a:srgbClr val="FC7634"/>
                </a:solidFill>
                <a:latin typeface="+mn-lt"/>
              </a:rPr>
              <a:t>Innovation in Engineering</a:t>
            </a:r>
          </a:p>
        </p:txBody>
      </p:sp>
      <p:sp>
        <p:nvSpPr>
          <p:cNvPr id="15" name="Rektangel 14">
            <a:extLst>
              <a:ext uri="{FF2B5EF4-FFF2-40B4-BE49-F238E27FC236}">
                <a16:creationId xmlns:a16="http://schemas.microsoft.com/office/drawing/2014/main" id="{E281F9DD-8C08-F237-0E55-50092A0898C4}"/>
              </a:ext>
            </a:extLst>
          </p:cNvPr>
          <p:cNvSpPr>
            <a:spLocks noGrp="1" noRot="1" noMove="1" noResize="1" noEditPoints="1" noAdjustHandles="1" noChangeArrowheads="1" noChangeShapeType="1"/>
          </p:cNvSpPr>
          <p:nvPr/>
        </p:nvSpPr>
        <p:spPr>
          <a:xfrm>
            <a:off x="172024" y="2139206"/>
            <a:ext cx="8282564" cy="4320480"/>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noAutofit/>
          </a:bodyPr>
          <a:lstStyle/>
          <a:p>
            <a:pPr>
              <a:spcBef>
                <a:spcPts val="0"/>
              </a:spcBef>
              <a:spcAft>
                <a:spcPts val="0"/>
              </a:spcAft>
            </a:pPr>
            <a:endParaRPr lang="en-US" sz="1100" b="0" i="0" dirty="0">
              <a:solidFill>
                <a:schemeClr val="tx1"/>
              </a:solidFill>
              <a:effectLst/>
              <a:latin typeface="Calibri" panose="020F0502020204030204" pitchFamily="34" charset="0"/>
              <a:cs typeface="Calibri" panose="020F0502020204030204" pitchFamily="34" charset="0"/>
            </a:endParaRPr>
          </a:p>
        </p:txBody>
      </p:sp>
      <p:sp>
        <p:nvSpPr>
          <p:cNvPr id="16" name="Rektangel 15">
            <a:extLst>
              <a:ext uri="{FF2B5EF4-FFF2-40B4-BE49-F238E27FC236}">
                <a16:creationId xmlns:a16="http://schemas.microsoft.com/office/drawing/2014/main" id="{01EC9CCE-28F9-B7D2-0420-709665CC2BF0}"/>
              </a:ext>
            </a:extLst>
          </p:cNvPr>
          <p:cNvSpPr>
            <a:spLocks noGrp="1" noRot="1" noMove="1" noResize="1" noEditPoints="1" noAdjustHandles="1" noChangeArrowheads="1" noChangeShapeType="1"/>
          </p:cNvSpPr>
          <p:nvPr/>
        </p:nvSpPr>
        <p:spPr>
          <a:xfrm>
            <a:off x="172023" y="1124744"/>
            <a:ext cx="8282565" cy="93610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chorCtr="0">
            <a:noAutofit/>
          </a:bodyPr>
          <a:lstStyle/>
          <a:p>
            <a:pPr algn="l"/>
            <a:r>
              <a:rPr lang="en-US" sz="700" b="1" i="0" dirty="0">
                <a:solidFill>
                  <a:srgbClr val="000000"/>
                </a:solidFill>
                <a:effectLst/>
                <a:latin typeface="Calibri" panose="020F0502020204030204" pitchFamily="34" charset="0"/>
                <a:cs typeface="Calibri" panose="020F0502020204030204" pitchFamily="34" charset="0"/>
              </a:rPr>
              <a:t>Goal: </a:t>
            </a:r>
            <a:r>
              <a:rPr lang="en-US" sz="700" b="0" i="0" dirty="0">
                <a:solidFill>
                  <a:srgbClr val="000000"/>
                </a:solidFill>
                <a:effectLst/>
                <a:latin typeface="Calibri" panose="020F0502020204030204" pitchFamily="34" charset="0"/>
                <a:cs typeface="Calibri" panose="020F0502020204030204" pitchFamily="34" charset="0"/>
              </a:rPr>
              <a:t>the purpose of evaluating a list of opportunities is to assess them from different perspectives and determine which one has the highest potential value.</a:t>
            </a:r>
          </a:p>
          <a:p>
            <a:pPr indent="-342900" algn="l">
              <a:buFont typeface="+mj-lt"/>
              <a:buAutoNum type="alphaLcParenR"/>
            </a:pPr>
            <a:r>
              <a:rPr lang="en-US" sz="700" b="0" i="0" dirty="0">
                <a:solidFill>
                  <a:srgbClr val="000000"/>
                </a:solidFill>
                <a:effectLst/>
                <a:latin typeface="Calibri" panose="020F0502020204030204" pitchFamily="34" charset="0"/>
                <a:cs typeface="Calibri" panose="020F0502020204030204" pitchFamily="34" charset="0"/>
              </a:rPr>
              <a:t>Reflect on your experience arranging the mindset model perspectives from easiest to most challenging</a:t>
            </a:r>
          </a:p>
          <a:p>
            <a:pPr indent="-342900" algn="l">
              <a:buFont typeface="+mj-lt"/>
              <a:buAutoNum type="alphaLcParenR"/>
            </a:pPr>
            <a:r>
              <a:rPr lang="en-US" sz="700" b="0" i="0" dirty="0">
                <a:solidFill>
                  <a:srgbClr val="000000"/>
                </a:solidFill>
                <a:effectLst/>
                <a:latin typeface="Calibri" panose="020F0502020204030204" pitchFamily="34" charset="0"/>
                <a:cs typeface="Calibri" panose="020F0502020204030204" pitchFamily="34" charset="0"/>
              </a:rPr>
              <a:t>What was the most challenging aspect of writing your innovation brief? Why?</a:t>
            </a:r>
          </a:p>
          <a:p>
            <a:pPr indent="-342900" algn="l">
              <a:buFont typeface="+mj-lt"/>
              <a:buAutoNum type="alphaLcParenR"/>
            </a:pPr>
            <a:r>
              <a:rPr lang="en-US" sz="700" b="0" i="0" dirty="0">
                <a:solidFill>
                  <a:srgbClr val="000000"/>
                </a:solidFill>
                <a:effectLst/>
                <a:latin typeface="Calibri" panose="020F0502020204030204" pitchFamily="34" charset="0"/>
                <a:cs typeface="Calibri" panose="020F0502020204030204" pitchFamily="34" charset="0"/>
              </a:rPr>
              <a:t>How did your team find transitioning from generating ideas to evaluating and refining concepts?</a:t>
            </a:r>
          </a:p>
          <a:p>
            <a:pPr algn="l"/>
            <a:r>
              <a:rPr lang="en-US" sz="700" b="1" i="0" dirty="0">
                <a:solidFill>
                  <a:srgbClr val="000000"/>
                </a:solidFill>
                <a:effectLst/>
                <a:latin typeface="Calibri" panose="020F0502020204030204" pitchFamily="34" charset="0"/>
                <a:cs typeface="Calibri" panose="020F0502020204030204" pitchFamily="34" charset="0"/>
              </a:rPr>
              <a:t> Consider</a:t>
            </a:r>
            <a:r>
              <a:rPr lang="en-US" sz="700" b="0" i="0" dirty="0">
                <a:solidFill>
                  <a:srgbClr val="000000"/>
                </a:solidFill>
                <a:effectLst/>
                <a:latin typeface="Calibri" panose="020F0502020204030204" pitchFamily="34" charset="0"/>
                <a:cs typeface="Calibri" panose="020F0502020204030204" pitchFamily="34" charset="0"/>
              </a:rPr>
              <a:t>: Perspective organization, communication skills, team dynamic.</a:t>
            </a:r>
          </a:p>
        </p:txBody>
      </p:sp>
      <p:sp>
        <p:nvSpPr>
          <p:cNvPr id="17" name="Rektangel 16">
            <a:extLst>
              <a:ext uri="{FF2B5EF4-FFF2-40B4-BE49-F238E27FC236}">
                <a16:creationId xmlns:a16="http://schemas.microsoft.com/office/drawing/2014/main" id="{A9B3FC25-4924-AADE-82D0-4CBB76A776A0}"/>
              </a:ext>
            </a:extLst>
          </p:cNvPr>
          <p:cNvSpPr>
            <a:spLocks noGrp="1" noRot="1" noMove="1" noResize="1" noEditPoints="1" noAdjustHandles="1" noChangeArrowheads="1" noChangeShapeType="1"/>
          </p:cNvSpPr>
          <p:nvPr/>
        </p:nvSpPr>
        <p:spPr>
          <a:xfrm>
            <a:off x="8536670" y="1127768"/>
            <a:ext cx="3535200" cy="93308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normAutofit/>
          </a:bodyPr>
          <a:lstStyle/>
          <a:p>
            <a:r>
              <a:rPr lang="en-US" sz="1200" b="1" dirty="0">
                <a:solidFill>
                  <a:schemeClr val="tx1"/>
                </a:solidFill>
                <a:latin typeface="Calibri" panose="020F0502020204030204" pitchFamily="34" charset="0"/>
                <a:cs typeface="Calibri" panose="020F0502020204030204" pitchFamily="34" charset="0"/>
              </a:rPr>
              <a:t>Student name: Hákon Hlynsson </a:t>
            </a:r>
          </a:p>
          <a:p>
            <a:r>
              <a:rPr lang="en-US" sz="1200" b="1" dirty="0">
                <a:solidFill>
                  <a:schemeClr val="tx1"/>
                </a:solidFill>
                <a:latin typeface="Calibri" panose="020F0502020204030204" pitchFamily="34" charset="0"/>
                <a:cs typeface="Calibri" panose="020F0502020204030204" pitchFamily="34" charset="0"/>
              </a:rPr>
              <a:t>Student nr.: s225765</a:t>
            </a:r>
          </a:p>
        </p:txBody>
      </p:sp>
      <p:sp>
        <p:nvSpPr>
          <p:cNvPr id="2" name="Rektangel 8">
            <a:extLst>
              <a:ext uri="{FF2B5EF4-FFF2-40B4-BE49-F238E27FC236}">
                <a16:creationId xmlns:a16="http://schemas.microsoft.com/office/drawing/2014/main" id="{BED47574-1408-A6F0-3B5A-D8316E8FEF38}"/>
              </a:ext>
            </a:extLst>
          </p:cNvPr>
          <p:cNvSpPr>
            <a:spLocks noGrp="1" noRot="1" noMove="1" noResize="1" noEditPoints="1" noAdjustHandles="1" noChangeArrowheads="1" noChangeShapeType="1"/>
          </p:cNvSpPr>
          <p:nvPr/>
        </p:nvSpPr>
        <p:spPr>
          <a:xfrm>
            <a:off x="8536670" y="4383287"/>
            <a:ext cx="3535200" cy="2094046"/>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Rektangel 8">
            <a:extLst>
              <a:ext uri="{FF2B5EF4-FFF2-40B4-BE49-F238E27FC236}">
                <a16:creationId xmlns:a16="http://schemas.microsoft.com/office/drawing/2014/main" id="{57435CE5-64BB-01EC-06CF-C454264B63C4}"/>
              </a:ext>
            </a:extLst>
          </p:cNvPr>
          <p:cNvSpPr>
            <a:spLocks/>
          </p:cNvSpPr>
          <p:nvPr/>
        </p:nvSpPr>
        <p:spPr>
          <a:xfrm>
            <a:off x="8536670" y="2132857"/>
            <a:ext cx="3535200" cy="21529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pSp>
        <p:nvGrpSpPr>
          <p:cNvPr id="7" name="Group 6">
            <a:extLst>
              <a:ext uri="{FF2B5EF4-FFF2-40B4-BE49-F238E27FC236}">
                <a16:creationId xmlns:a16="http://schemas.microsoft.com/office/drawing/2014/main" id="{489E57E7-C85C-BD86-692A-35CD3A41191B}"/>
              </a:ext>
            </a:extLst>
          </p:cNvPr>
          <p:cNvGrpSpPr/>
          <p:nvPr/>
        </p:nvGrpSpPr>
        <p:grpSpPr>
          <a:xfrm>
            <a:off x="9349233" y="4504847"/>
            <a:ext cx="1988889" cy="1676424"/>
            <a:chOff x="9349233" y="4504847"/>
            <a:chExt cx="1988889" cy="1676424"/>
          </a:xfrm>
        </p:grpSpPr>
        <p:pic>
          <p:nvPicPr>
            <p:cNvPr id="3" name="Grafik 12" descr="Billede med massiv udfyldning">
              <a:extLst>
                <a:ext uri="{FF2B5EF4-FFF2-40B4-BE49-F238E27FC236}">
                  <a16:creationId xmlns:a16="http://schemas.microsoft.com/office/drawing/2014/main" id="{5C1910DA-6D85-D791-F612-6C6265293C94}"/>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4504847"/>
              <a:ext cx="1988889" cy="1571057"/>
            </a:xfrm>
            <a:prstGeom prst="rect">
              <a:avLst/>
            </a:prstGeom>
          </p:spPr>
        </p:pic>
        <p:sp>
          <p:nvSpPr>
            <p:cNvPr id="4" name="Tekstfelt 17">
              <a:extLst>
                <a:ext uri="{FF2B5EF4-FFF2-40B4-BE49-F238E27FC236}">
                  <a16:creationId xmlns:a16="http://schemas.microsoft.com/office/drawing/2014/main" id="{BA6832CF-FA64-221C-5722-60114938C76F}"/>
                </a:ext>
              </a:extLst>
            </p:cNvPr>
            <p:cNvSpPr txBox="1">
              <a:spLocks/>
            </p:cNvSpPr>
            <p:nvPr/>
          </p:nvSpPr>
          <p:spPr>
            <a:xfrm>
              <a:off x="9503524" y="5842717"/>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grpSp>
      <p:grpSp>
        <p:nvGrpSpPr>
          <p:cNvPr id="10" name="Group 9">
            <a:extLst>
              <a:ext uri="{FF2B5EF4-FFF2-40B4-BE49-F238E27FC236}">
                <a16:creationId xmlns:a16="http://schemas.microsoft.com/office/drawing/2014/main" id="{413E9AF1-6FEE-9459-C489-EF30E248FEF7}"/>
              </a:ext>
            </a:extLst>
          </p:cNvPr>
          <p:cNvGrpSpPr/>
          <p:nvPr/>
        </p:nvGrpSpPr>
        <p:grpSpPr>
          <a:xfrm>
            <a:off x="9349233" y="2230355"/>
            <a:ext cx="1988889" cy="1740334"/>
            <a:chOff x="9349233" y="2230355"/>
            <a:chExt cx="1988889" cy="1740334"/>
          </a:xfrm>
        </p:grpSpPr>
        <p:sp>
          <p:nvSpPr>
            <p:cNvPr id="18" name="Tekstfelt 17">
              <a:extLst>
                <a:ext uri="{FF2B5EF4-FFF2-40B4-BE49-F238E27FC236}">
                  <a16:creationId xmlns:a16="http://schemas.microsoft.com/office/drawing/2014/main" id="{3109B39C-93F4-02D1-087D-725F4A44F286}"/>
                </a:ext>
              </a:extLst>
            </p:cNvPr>
            <p:cNvSpPr txBox="1">
              <a:spLocks/>
            </p:cNvSpPr>
            <p:nvPr/>
          </p:nvSpPr>
          <p:spPr>
            <a:xfrm>
              <a:off x="9503524" y="3632135"/>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pic>
          <p:nvPicPr>
            <p:cNvPr id="5" name="Grafik 12" descr="Billede med massiv udfyldning">
              <a:extLst>
                <a:ext uri="{FF2B5EF4-FFF2-40B4-BE49-F238E27FC236}">
                  <a16:creationId xmlns:a16="http://schemas.microsoft.com/office/drawing/2014/main" id="{61795702-A2D2-B5E0-C422-B272CBEA8229}"/>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2230355"/>
              <a:ext cx="1988889" cy="1571057"/>
            </a:xfrm>
            <a:prstGeom prst="rect">
              <a:avLst/>
            </a:prstGeom>
          </p:spPr>
        </p:pic>
      </p:grpSp>
      <p:sp>
        <p:nvSpPr>
          <p:cNvPr id="6" name="TextBox 5">
            <a:extLst>
              <a:ext uri="{FF2B5EF4-FFF2-40B4-BE49-F238E27FC236}">
                <a16:creationId xmlns:a16="http://schemas.microsoft.com/office/drawing/2014/main" id="{AD5AF51F-F26F-250A-F92D-DCEBBD38BA71}"/>
              </a:ext>
            </a:extLst>
          </p:cNvPr>
          <p:cNvSpPr txBox="1"/>
          <p:nvPr/>
        </p:nvSpPr>
        <p:spPr>
          <a:xfrm>
            <a:off x="190550" y="2204864"/>
            <a:ext cx="8193104" cy="4316566"/>
          </a:xfrm>
          <a:prstGeom prst="rect">
            <a:avLst/>
          </a:prstGeom>
          <a:noFill/>
        </p:spPr>
        <p:txBody>
          <a:bodyPr wrap="square" lIns="0" tIns="0" rIns="0" bIns="0" rtlCol="0">
            <a:spAutoFit/>
          </a:bodyPr>
          <a:lstStyle/>
          <a:p>
            <a:r>
              <a:rPr lang="en-DK" sz="1100" b="1" dirty="0"/>
              <a:t>A)</a:t>
            </a:r>
            <a:endParaRPr lang="en-DK" sz="1100" dirty="0"/>
          </a:p>
          <a:p>
            <a:r>
              <a:rPr lang="en-DK" sz="1100" dirty="0"/>
              <a:t>After we had listed all the areas of opportunity, we picked out the five that we thought gave the most value and put them into the mindset model that you can see to the right. We then graded each of the five opportunities on the five perspectives, which were viability, desirability, sustainability, responsibility and feasibility. Each opportunity got a score from 1 to 5 on every perspective. Desirability and viability were fairly easy for us to agree on, but feasibility was the one we disagreed about the most. That was mainly because none of us really knew how much work the technical side would take, so it came down to guessing more than knowing. Sustainability and responsibility were also harder than we expected, since they are not something you can measure in the same way as cost or demand.</a:t>
            </a:r>
          </a:p>
          <a:p>
            <a:r>
              <a:rPr lang="en-DK" sz="1100" b="1" dirty="0"/>
              <a:t>B)</a:t>
            </a:r>
            <a:endParaRPr lang="en-DK" sz="1100" dirty="0"/>
          </a:p>
          <a:p>
            <a:r>
              <a:rPr lang="en-DK" sz="1100" dirty="0"/>
              <a:t>One of the problems we had as a group while making the innovation brief was choosing which opportunity we wanted to explore, because we could not agree on which one to go for. We spent so long on that discussion that we ran out of time to fill in all the questions in the brief together. That is why we ended up splitting the questions between us and writing them separately, and then going through them all as a group afterwards so everybody agreed on the final version. We only did it that way because we did not have time to hand it in for review, so it was more of a quick fix than something we had planned.</a:t>
            </a:r>
          </a:p>
          <a:p>
            <a:r>
              <a:rPr lang="en-DK" sz="1100" b="1" dirty="0"/>
              <a:t>C)</a:t>
            </a:r>
            <a:endParaRPr lang="en-DK" sz="1100" dirty="0"/>
          </a:p>
          <a:p>
            <a:r>
              <a:rPr lang="en-DK" sz="1100" dirty="0"/>
              <a:t>After we had brainstormed a lot of ideas about possible opportunities, we put them all into groups based on how closely they were related. From those groups we could pull out some bigger overall themes that each described a larger problem, and you can see the five big problems in the mindset model to the right. So the way we moved from generating ideas to evaluating them was by clustering everything into bigger groups first, and then running the ones that were left through the mindset model. We chose the mindset model because it forces you to look at an idea from several perspectives instead of just asking whether you like it, and that made our discussion a lot more concrete.</a:t>
            </a:r>
          </a:p>
        </p:txBody>
      </p:sp>
      <p:pic>
        <p:nvPicPr>
          <p:cNvPr id="11" name="Picture 10">
            <a:extLst>
              <a:ext uri="{FF2B5EF4-FFF2-40B4-BE49-F238E27FC236}">
                <a16:creationId xmlns:a16="http://schemas.microsoft.com/office/drawing/2014/main" id="{4ACE2DDD-B278-CBB5-4348-D6B92F3CC562}"/>
              </a:ext>
            </a:extLst>
          </p:cNvPr>
          <p:cNvPicPr>
            <a:picLocks noChangeAspect="1"/>
          </p:cNvPicPr>
          <p:nvPr/>
        </p:nvPicPr>
        <p:blipFill>
          <a:blip r:embed="rId4"/>
          <a:stretch>
            <a:fillRect/>
          </a:stretch>
        </p:blipFill>
        <p:spPr>
          <a:xfrm>
            <a:off x="8550092" y="2158346"/>
            <a:ext cx="3388958" cy="1846717"/>
          </a:xfrm>
          <a:prstGeom prst="rect">
            <a:avLst/>
          </a:prstGeom>
        </p:spPr>
      </p:pic>
      <p:sp>
        <p:nvSpPr>
          <p:cNvPr id="13" name="TextBox 12">
            <a:extLst>
              <a:ext uri="{FF2B5EF4-FFF2-40B4-BE49-F238E27FC236}">
                <a16:creationId xmlns:a16="http://schemas.microsoft.com/office/drawing/2014/main" id="{FC049260-CBD3-F7C3-59ED-653D399B4F10}"/>
              </a:ext>
            </a:extLst>
          </p:cNvPr>
          <p:cNvSpPr txBox="1"/>
          <p:nvPr/>
        </p:nvSpPr>
        <p:spPr>
          <a:xfrm>
            <a:off x="8473114" y="4013955"/>
            <a:ext cx="3384376" cy="246221"/>
          </a:xfrm>
          <a:prstGeom prst="rect">
            <a:avLst/>
          </a:prstGeom>
          <a:noFill/>
        </p:spPr>
        <p:txBody>
          <a:bodyPr wrap="square" lIns="0" tIns="0" rIns="0" bIns="0" rtlCol="0">
            <a:spAutoFit/>
          </a:bodyPr>
          <a:lstStyle/>
          <a:p>
            <a:pPr algn="ctr">
              <a:spcBef>
                <a:spcPts val="432"/>
              </a:spcBef>
            </a:pPr>
            <a:r>
              <a:rPr lang="da-DK" dirty="0">
                <a:latin typeface="+mn-lt"/>
              </a:rPr>
              <a:t>Mindset model </a:t>
            </a:r>
          </a:p>
        </p:txBody>
      </p:sp>
      <p:pic>
        <p:nvPicPr>
          <p:cNvPr id="22" name="Picture 21">
            <a:extLst>
              <a:ext uri="{FF2B5EF4-FFF2-40B4-BE49-F238E27FC236}">
                <a16:creationId xmlns:a16="http://schemas.microsoft.com/office/drawing/2014/main" id="{505C516F-3EDC-3BFC-C0E9-1DA34BF44C0A}"/>
              </a:ext>
            </a:extLst>
          </p:cNvPr>
          <p:cNvPicPr>
            <a:picLocks noChangeAspect="1"/>
          </p:cNvPicPr>
          <p:nvPr/>
        </p:nvPicPr>
        <p:blipFill>
          <a:blip r:embed="rId5"/>
          <a:stretch>
            <a:fillRect/>
          </a:stretch>
        </p:blipFill>
        <p:spPr>
          <a:xfrm>
            <a:off x="8485181" y="4379051"/>
            <a:ext cx="3514682" cy="1782376"/>
          </a:xfrm>
          <a:prstGeom prst="rect">
            <a:avLst/>
          </a:prstGeom>
        </p:spPr>
      </p:pic>
      <p:sp>
        <p:nvSpPr>
          <p:cNvPr id="23" name="TextBox 22">
            <a:extLst>
              <a:ext uri="{FF2B5EF4-FFF2-40B4-BE49-F238E27FC236}">
                <a16:creationId xmlns:a16="http://schemas.microsoft.com/office/drawing/2014/main" id="{7693AC49-0CAE-B3B8-2EDE-E36B3D0E6D67}"/>
              </a:ext>
            </a:extLst>
          </p:cNvPr>
          <p:cNvSpPr txBox="1"/>
          <p:nvPr/>
        </p:nvSpPr>
        <p:spPr>
          <a:xfrm>
            <a:off x="8687494" y="6181271"/>
            <a:ext cx="3096344" cy="246221"/>
          </a:xfrm>
          <a:prstGeom prst="rect">
            <a:avLst/>
          </a:prstGeom>
          <a:noFill/>
        </p:spPr>
        <p:txBody>
          <a:bodyPr wrap="square" lIns="0" tIns="0" rIns="0" bIns="0" rtlCol="0">
            <a:spAutoFit/>
          </a:bodyPr>
          <a:lstStyle/>
          <a:p>
            <a:pPr algn="ctr">
              <a:spcBef>
                <a:spcPts val="432"/>
              </a:spcBef>
            </a:pPr>
            <a:r>
              <a:rPr lang="da-DK" dirty="0">
                <a:latin typeface="+mn-lt"/>
              </a:rPr>
              <a:t>Oppotunity mapping</a:t>
            </a:r>
          </a:p>
        </p:txBody>
      </p:sp>
    </p:spTree>
    <p:extLst>
      <p:ext uri="{BB962C8B-B14F-4D97-AF65-F5344CB8AC3E}">
        <p14:creationId xmlns:p14="http://schemas.microsoft.com/office/powerpoint/2010/main" val="3668689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ladsholder til slidenummer 11">
            <a:extLst>
              <a:ext uri="{FF2B5EF4-FFF2-40B4-BE49-F238E27FC236}">
                <a16:creationId xmlns:a16="http://schemas.microsoft.com/office/drawing/2014/main" id="{2C528DB5-FDA2-5464-02B8-A7FA23B034F7}"/>
              </a:ext>
            </a:extLst>
          </p:cNvPr>
          <p:cNvSpPr>
            <a:spLocks noGrp="1"/>
          </p:cNvSpPr>
          <p:nvPr>
            <p:ph type="sldNum" sz="quarter" idx="17"/>
          </p:nvPr>
        </p:nvSpPr>
        <p:spPr/>
        <p:txBody>
          <a:bodyPr/>
          <a:lstStyle/>
          <a:p>
            <a:fld id="{103EA872-A674-449B-A120-B97244F8E91D}" type="slidenum">
              <a:rPr lang="en-GB" smtClean="0"/>
              <a:pPr/>
              <a:t>4</a:t>
            </a:fld>
            <a:endParaRPr lang="en-GB" dirty="0"/>
          </a:p>
        </p:txBody>
      </p:sp>
      <p:sp>
        <p:nvSpPr>
          <p:cNvPr id="14" name="Tekstfelt 13">
            <a:extLst>
              <a:ext uri="{FF2B5EF4-FFF2-40B4-BE49-F238E27FC236}">
                <a16:creationId xmlns:a16="http://schemas.microsoft.com/office/drawing/2014/main" id="{DCFA6030-D578-2509-E08C-CF4D9FD6BAE3}"/>
              </a:ext>
            </a:extLst>
          </p:cNvPr>
          <p:cNvSpPr txBox="1">
            <a:spLocks noGrp="1" noRot="1" noMove="1" noResize="1" noEditPoints="1" noAdjustHandles="1" noChangeArrowheads="1" noChangeShapeType="1"/>
          </p:cNvSpPr>
          <p:nvPr/>
        </p:nvSpPr>
        <p:spPr>
          <a:xfrm>
            <a:off x="10343678" y="260648"/>
            <a:ext cx="1736054" cy="420628"/>
          </a:xfrm>
          <a:prstGeom prst="rect">
            <a:avLst/>
          </a:prstGeom>
          <a:noFill/>
        </p:spPr>
        <p:txBody>
          <a:bodyPr wrap="square" lIns="0" tIns="0" rIns="0" bIns="0" rtlCol="0">
            <a:spAutoFit/>
          </a:bodyPr>
          <a:lstStyle/>
          <a:p>
            <a:pPr algn="l">
              <a:spcBef>
                <a:spcPts val="432"/>
              </a:spcBef>
            </a:pPr>
            <a:r>
              <a:rPr lang="en-US" sz="1200" dirty="0">
                <a:solidFill>
                  <a:srgbClr val="FC7634"/>
                </a:solidFill>
                <a:latin typeface="+mn-lt"/>
              </a:rPr>
              <a:t>DTU Course:</a:t>
            </a:r>
          </a:p>
          <a:p>
            <a:pPr algn="l">
              <a:spcBef>
                <a:spcPts val="432"/>
              </a:spcBef>
            </a:pPr>
            <a:r>
              <a:rPr lang="en-US" sz="1200" dirty="0">
                <a:solidFill>
                  <a:srgbClr val="FC7634"/>
                </a:solidFill>
                <a:latin typeface="+mn-lt"/>
              </a:rPr>
              <a:t>Innovation in Engineering</a:t>
            </a:r>
          </a:p>
        </p:txBody>
      </p:sp>
      <p:sp>
        <p:nvSpPr>
          <p:cNvPr id="15" name="Rektangel 14">
            <a:extLst>
              <a:ext uri="{FF2B5EF4-FFF2-40B4-BE49-F238E27FC236}">
                <a16:creationId xmlns:a16="http://schemas.microsoft.com/office/drawing/2014/main" id="{E281F9DD-8C08-F237-0E55-50092A0898C4}"/>
              </a:ext>
            </a:extLst>
          </p:cNvPr>
          <p:cNvSpPr>
            <a:spLocks noGrp="1" noRot="1" noMove="1" noResize="1" noEditPoints="1" noAdjustHandles="1" noChangeArrowheads="1" noChangeShapeType="1"/>
          </p:cNvSpPr>
          <p:nvPr/>
        </p:nvSpPr>
        <p:spPr>
          <a:xfrm>
            <a:off x="172024" y="2139206"/>
            <a:ext cx="8282564" cy="4320480"/>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noAutofit/>
          </a:bodyPr>
          <a:lstStyle/>
          <a:p>
            <a:pPr>
              <a:spcBef>
                <a:spcPts val="0"/>
              </a:spcBef>
              <a:spcAft>
                <a:spcPts val="0"/>
              </a:spcAft>
            </a:pPr>
            <a:endParaRPr lang="en-US" sz="1100" b="0" i="0" dirty="0">
              <a:solidFill>
                <a:schemeClr val="tx1"/>
              </a:solidFill>
              <a:effectLst/>
              <a:latin typeface="Calibri" panose="020F0502020204030204" pitchFamily="34" charset="0"/>
              <a:cs typeface="Calibri" panose="020F0502020204030204" pitchFamily="34" charset="0"/>
            </a:endParaRPr>
          </a:p>
        </p:txBody>
      </p:sp>
      <p:sp>
        <p:nvSpPr>
          <p:cNvPr id="16" name="Rektangel 15">
            <a:extLst>
              <a:ext uri="{FF2B5EF4-FFF2-40B4-BE49-F238E27FC236}">
                <a16:creationId xmlns:a16="http://schemas.microsoft.com/office/drawing/2014/main" id="{01EC9CCE-28F9-B7D2-0420-709665CC2BF0}"/>
              </a:ext>
            </a:extLst>
          </p:cNvPr>
          <p:cNvSpPr>
            <a:spLocks noGrp="1" noRot="1" noMove="1" noResize="1" noEditPoints="1" noAdjustHandles="1" noChangeArrowheads="1" noChangeShapeType="1"/>
          </p:cNvSpPr>
          <p:nvPr/>
        </p:nvSpPr>
        <p:spPr>
          <a:xfrm>
            <a:off x="172023" y="1124744"/>
            <a:ext cx="8282565" cy="93610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chorCtr="0">
            <a:noAutofit/>
          </a:bodyPr>
          <a:lstStyle/>
          <a:p>
            <a:pPr algn="just"/>
            <a:r>
              <a:rPr lang="en-US" sz="700" b="1" i="0" dirty="0">
                <a:solidFill>
                  <a:srgbClr val="000000"/>
                </a:solidFill>
                <a:effectLst/>
                <a:latin typeface="Calibri" panose="020F0502020204030204" pitchFamily="34" charset="0"/>
                <a:cs typeface="Calibri" panose="020F0502020204030204" pitchFamily="34" charset="0"/>
              </a:rPr>
              <a:t>Goal:</a:t>
            </a:r>
            <a:r>
              <a:rPr lang="en-US" sz="700" b="1" dirty="0">
                <a:solidFill>
                  <a:srgbClr val="000000"/>
                </a:solidFill>
                <a:latin typeface="Calibri" panose="020F0502020204030204" pitchFamily="34" charset="0"/>
                <a:cs typeface="Calibri" panose="020F0502020204030204" pitchFamily="34" charset="0"/>
              </a:rPr>
              <a:t> </a:t>
            </a:r>
            <a:r>
              <a:rPr lang="en-US" sz="700" dirty="0">
                <a:solidFill>
                  <a:srgbClr val="000000"/>
                </a:solidFill>
                <a:latin typeface="Calibri" panose="020F0502020204030204" pitchFamily="34" charset="0"/>
                <a:cs typeface="Calibri" panose="020F0502020204030204" pitchFamily="34" charset="0"/>
              </a:rPr>
              <a:t>The</a:t>
            </a:r>
            <a:r>
              <a:rPr lang="en-US" sz="700" b="0" i="0" dirty="0">
                <a:solidFill>
                  <a:srgbClr val="000000"/>
                </a:solidFill>
                <a:effectLst/>
                <a:latin typeface="Calibri" panose="020F0502020204030204" pitchFamily="34" charset="0"/>
                <a:cs typeface="Calibri" panose="020F0502020204030204" pitchFamily="34" charset="0"/>
              </a:rPr>
              <a:t> purpose is to </a:t>
            </a:r>
            <a:r>
              <a:rPr lang="en-US" sz="700" dirty="0">
                <a:solidFill>
                  <a:srgbClr val="000000"/>
                </a:solidFill>
                <a:latin typeface="Calibri" panose="020F0502020204030204" pitchFamily="34" charset="0"/>
                <a:cs typeface="Calibri" panose="020F0502020204030204" pitchFamily="34" charset="0"/>
              </a:rPr>
              <a:t>reflect on your early-stage concept development process, </a:t>
            </a:r>
            <a:r>
              <a:rPr lang="en-US" sz="700" b="0" i="0" dirty="0">
                <a:solidFill>
                  <a:srgbClr val="000000"/>
                </a:solidFill>
                <a:effectLst/>
                <a:latin typeface="Calibri" panose="020F0502020204030204" pitchFamily="34" charset="0"/>
                <a:cs typeface="Calibri" panose="020F0502020204030204" pitchFamily="34" charset="0"/>
              </a:rPr>
              <a:t>the </a:t>
            </a:r>
            <a:r>
              <a:rPr lang="en-US" sz="700" dirty="0">
                <a:solidFill>
                  <a:srgbClr val="000000"/>
                </a:solidFill>
                <a:latin typeface="Calibri" panose="020F0502020204030204" pitchFamily="34" charset="0"/>
                <a:cs typeface="Calibri" panose="020F0502020204030204" pitchFamily="34" charset="0"/>
              </a:rPr>
              <a:t>importance of quantitative assessment, and the comprehensive evaluation of </a:t>
            </a:r>
            <a:r>
              <a:rPr lang="en-US" sz="700" b="0" i="0" dirty="0">
                <a:solidFill>
                  <a:srgbClr val="000000"/>
                </a:solidFill>
                <a:effectLst/>
                <a:latin typeface="Calibri" panose="020F0502020204030204" pitchFamily="34" charset="0"/>
                <a:cs typeface="Calibri" panose="020F0502020204030204" pitchFamily="34" charset="0"/>
              </a:rPr>
              <a:t>your </a:t>
            </a:r>
            <a:r>
              <a:rPr lang="en-US" sz="700" dirty="0">
                <a:solidFill>
                  <a:srgbClr val="000000"/>
                </a:solidFill>
                <a:latin typeface="Calibri" panose="020F0502020204030204" pitchFamily="34" charset="0"/>
                <a:cs typeface="Calibri" panose="020F0502020204030204" pitchFamily="34" charset="0"/>
              </a:rPr>
              <a:t>final concepts.</a:t>
            </a:r>
            <a:endParaRPr lang="en-US" sz="700" b="0" i="0" dirty="0">
              <a:solidFill>
                <a:srgbClr val="000000"/>
              </a:solidFill>
              <a:effectLst/>
              <a:latin typeface="Calibri" panose="020F0502020204030204" pitchFamily="34" charset="0"/>
              <a:cs typeface="Calibri" panose="020F0502020204030204" pitchFamily="34" charset="0"/>
            </a:endParaRPr>
          </a:p>
          <a:p>
            <a:pPr marL="342900" indent="-342900">
              <a:spcBef>
                <a:spcPts val="600"/>
              </a:spcBef>
              <a:buAutoNum type="alphaLcParenR"/>
            </a:pPr>
            <a:r>
              <a:rPr lang="en-US" sz="700" dirty="0">
                <a:solidFill>
                  <a:srgbClr val="000000"/>
                </a:solidFill>
                <a:latin typeface="Calibri" panose="020F0502020204030204" pitchFamily="34" charset="0"/>
                <a:cs typeface="Calibri" panose="020F0502020204030204" pitchFamily="34" charset="0"/>
              </a:rPr>
              <a:t>What steps </a:t>
            </a:r>
            <a:r>
              <a:rPr lang="en-US" sz="700" b="0" i="0" dirty="0">
                <a:solidFill>
                  <a:srgbClr val="000000"/>
                </a:solidFill>
                <a:effectLst/>
                <a:latin typeface="Calibri" panose="020F0502020204030204" pitchFamily="34" charset="0"/>
                <a:cs typeface="Calibri" panose="020F0502020204030204" pitchFamily="34" charset="0"/>
              </a:rPr>
              <a:t>did your team</a:t>
            </a:r>
            <a:r>
              <a:rPr lang="en-US" sz="700" dirty="0">
                <a:solidFill>
                  <a:srgbClr val="000000"/>
                </a:solidFill>
                <a:latin typeface="Calibri" panose="020F0502020204030204" pitchFamily="34" charset="0"/>
                <a:cs typeface="Calibri" panose="020F0502020204030204" pitchFamily="34" charset="0"/>
              </a:rPr>
              <a:t> take to verify that each concept fits within its intended use-context,</a:t>
            </a:r>
            <a:r>
              <a:rPr lang="en-US" sz="700" b="0" i="0" dirty="0">
                <a:solidFill>
                  <a:srgbClr val="000000"/>
                </a:solidFill>
                <a:effectLst/>
                <a:latin typeface="Calibri" panose="020F0502020204030204" pitchFamily="34" charset="0"/>
                <a:cs typeface="Calibri" panose="020F0502020204030204" pitchFamily="34" charset="0"/>
              </a:rPr>
              <a:t> and </a:t>
            </a:r>
            <a:r>
              <a:rPr lang="en-US" sz="700" dirty="0">
                <a:solidFill>
                  <a:srgbClr val="000000"/>
                </a:solidFill>
                <a:latin typeface="Calibri" panose="020F0502020204030204" pitchFamily="34" charset="0"/>
                <a:cs typeface="Calibri" panose="020F0502020204030204" pitchFamily="34" charset="0"/>
              </a:rPr>
              <a:t>how did you identify and address strengths, weaknesses, and needed improvements</a:t>
            </a:r>
            <a:r>
              <a:rPr lang="en-US" sz="700" b="0" i="0" dirty="0">
                <a:solidFill>
                  <a:srgbClr val="000000"/>
                </a:solidFill>
                <a:effectLst/>
                <a:latin typeface="Calibri" panose="020F0502020204030204" pitchFamily="34" charset="0"/>
                <a:cs typeface="Calibri" panose="020F0502020204030204" pitchFamily="34" charset="0"/>
              </a:rPr>
              <a:t>?</a:t>
            </a:r>
          </a:p>
          <a:p>
            <a:pPr marL="342900" indent="-342900">
              <a:spcBef>
                <a:spcPts val="600"/>
              </a:spcBef>
              <a:buAutoNum type="alphaLcParenR"/>
            </a:pPr>
            <a:r>
              <a:rPr lang="en-US" sz="700" dirty="0">
                <a:solidFill>
                  <a:srgbClr val="000000"/>
                </a:solidFill>
                <a:latin typeface="Calibri" panose="020F0502020204030204" pitchFamily="34" charset="0"/>
                <a:cs typeface="Calibri" panose="020F0502020204030204" pitchFamily="34" charset="0"/>
              </a:rPr>
              <a:t>Why is it relevant to reassess and update your set of criteria during the concept assessment process, and how did this impact your concept evaluation?</a:t>
            </a:r>
          </a:p>
          <a:p>
            <a:pPr marL="342900" indent="-342900">
              <a:spcBef>
                <a:spcPts val="600"/>
              </a:spcBef>
              <a:buAutoNum type="alphaLcParenR"/>
            </a:pPr>
            <a:r>
              <a:rPr lang="en-US" sz="700" dirty="0">
                <a:solidFill>
                  <a:srgbClr val="000000"/>
                </a:solidFill>
                <a:latin typeface="Calibri" panose="020F0502020204030204" pitchFamily="34" charset="0"/>
                <a:cs typeface="Calibri" panose="020F0502020204030204" pitchFamily="34" charset="0"/>
              </a:rPr>
              <a:t>How would you evaluate your final concept's potential in relation to the criteria in the mindset model (feasibility, viability, sustainability, and responsibility)?</a:t>
            </a:r>
            <a:endParaRPr lang="en-US" sz="700" dirty="0">
              <a:latin typeface="Calibri" panose="020F0502020204030204" pitchFamily="34" charset="0"/>
              <a:cs typeface="Calibri" panose="020F0502020204030204" pitchFamily="34" charset="0"/>
            </a:endParaRPr>
          </a:p>
          <a:p>
            <a:pPr algn="just"/>
            <a:r>
              <a:rPr lang="en-US" sz="700" b="1" i="0" dirty="0">
                <a:solidFill>
                  <a:srgbClr val="000000"/>
                </a:solidFill>
                <a:effectLst/>
                <a:latin typeface="Calibri" panose="020F0502020204030204" pitchFamily="34" charset="0"/>
                <a:cs typeface="Calibri" panose="020F0502020204030204" pitchFamily="34" charset="0"/>
              </a:rPr>
              <a:t>Consider:</a:t>
            </a:r>
            <a:r>
              <a:rPr lang="en-US" sz="700" b="1" dirty="0">
                <a:solidFill>
                  <a:srgbClr val="000000"/>
                </a:solidFill>
                <a:latin typeface="Calibri" panose="020F0502020204030204" pitchFamily="34" charset="0"/>
                <a:cs typeface="Calibri" panose="020F0502020204030204" pitchFamily="34" charset="0"/>
              </a:rPr>
              <a:t> </a:t>
            </a:r>
            <a:r>
              <a:rPr lang="en-US" sz="700" dirty="0">
                <a:solidFill>
                  <a:srgbClr val="000000"/>
                </a:solidFill>
                <a:latin typeface="Calibri" panose="020F0502020204030204" pitchFamily="34" charset="0"/>
                <a:cs typeface="Calibri" panose="020F0502020204030204" pitchFamily="34" charset="0"/>
              </a:rPr>
              <a:t>Contextual analysis</a:t>
            </a:r>
            <a:r>
              <a:rPr lang="en-US" sz="700" b="0" i="0" dirty="0">
                <a:solidFill>
                  <a:srgbClr val="000000"/>
                </a:solidFill>
                <a:effectLst/>
                <a:latin typeface="Calibri" panose="020F0502020204030204" pitchFamily="34" charset="0"/>
                <a:cs typeface="Calibri" panose="020F0502020204030204" pitchFamily="34" charset="0"/>
              </a:rPr>
              <a:t>, </a:t>
            </a:r>
            <a:r>
              <a:rPr lang="en-US" sz="700" dirty="0">
                <a:solidFill>
                  <a:srgbClr val="000000"/>
                </a:solidFill>
                <a:latin typeface="Calibri" panose="020F0502020204030204" pitchFamily="34" charset="0"/>
                <a:cs typeface="Calibri" panose="020F0502020204030204" pitchFamily="34" charset="0"/>
              </a:rPr>
              <a:t>critical thinking</a:t>
            </a:r>
            <a:r>
              <a:rPr lang="en-US" sz="700" b="0" i="0" dirty="0">
                <a:solidFill>
                  <a:srgbClr val="000000"/>
                </a:solidFill>
                <a:effectLst/>
                <a:latin typeface="Calibri" panose="020F0502020204030204" pitchFamily="34" charset="0"/>
                <a:cs typeface="Calibri" panose="020F0502020204030204" pitchFamily="34" charset="0"/>
              </a:rPr>
              <a:t>, </a:t>
            </a:r>
            <a:r>
              <a:rPr lang="en-US" sz="700" dirty="0">
                <a:solidFill>
                  <a:srgbClr val="000000"/>
                </a:solidFill>
                <a:latin typeface="Calibri" panose="020F0502020204030204" pitchFamily="34" charset="0"/>
                <a:cs typeface="Calibri" panose="020F0502020204030204" pitchFamily="34" charset="0"/>
              </a:rPr>
              <a:t>evaluation process</a:t>
            </a:r>
            <a:r>
              <a:rPr lang="en-US" sz="700" b="0" i="0" dirty="0">
                <a:solidFill>
                  <a:srgbClr val="000000"/>
                </a:solidFill>
                <a:effectLst/>
                <a:latin typeface="Calibri" panose="020F0502020204030204" pitchFamily="34" charset="0"/>
                <a:cs typeface="Calibri" panose="020F0502020204030204" pitchFamily="34" charset="0"/>
              </a:rPr>
              <a:t>.</a:t>
            </a:r>
            <a:endParaRPr lang="en-US" sz="700" dirty="0">
              <a:solidFill>
                <a:srgbClr val="000000"/>
              </a:solidFill>
              <a:latin typeface="Calibri" panose="020F0502020204030204" pitchFamily="34" charset="0"/>
              <a:cs typeface="Calibri" panose="020F0502020204030204" pitchFamily="34" charset="0"/>
            </a:endParaRPr>
          </a:p>
        </p:txBody>
      </p:sp>
      <p:sp>
        <p:nvSpPr>
          <p:cNvPr id="17" name="Rektangel 16">
            <a:extLst>
              <a:ext uri="{FF2B5EF4-FFF2-40B4-BE49-F238E27FC236}">
                <a16:creationId xmlns:a16="http://schemas.microsoft.com/office/drawing/2014/main" id="{A9B3FC25-4924-AADE-82D0-4CBB76A776A0}"/>
              </a:ext>
            </a:extLst>
          </p:cNvPr>
          <p:cNvSpPr>
            <a:spLocks noGrp="1" noRot="1" noMove="1" noResize="1" noEditPoints="1" noAdjustHandles="1" noChangeArrowheads="1" noChangeShapeType="1"/>
          </p:cNvSpPr>
          <p:nvPr/>
        </p:nvSpPr>
        <p:spPr>
          <a:xfrm>
            <a:off x="8536670" y="1127768"/>
            <a:ext cx="3535200" cy="93308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normAutofit/>
          </a:bodyPr>
          <a:lstStyle/>
          <a:p>
            <a:r>
              <a:rPr lang="en-US" sz="1200" b="1" dirty="0">
                <a:solidFill>
                  <a:schemeClr val="tx1"/>
                </a:solidFill>
                <a:latin typeface="Calibri" panose="020F0502020204030204" pitchFamily="34" charset="0"/>
                <a:cs typeface="Calibri" panose="020F0502020204030204" pitchFamily="34" charset="0"/>
              </a:rPr>
              <a:t>Student name: Hákon Hlynsson </a:t>
            </a:r>
          </a:p>
          <a:p>
            <a:r>
              <a:rPr lang="en-US" sz="1200" b="1" dirty="0">
                <a:solidFill>
                  <a:schemeClr val="tx1"/>
                </a:solidFill>
                <a:latin typeface="Calibri" panose="020F0502020204030204" pitchFamily="34" charset="0"/>
                <a:cs typeface="Calibri" panose="020F0502020204030204" pitchFamily="34" charset="0"/>
              </a:rPr>
              <a:t>Student nr.: s225765</a:t>
            </a:r>
          </a:p>
        </p:txBody>
      </p:sp>
      <p:sp>
        <p:nvSpPr>
          <p:cNvPr id="2" name="Rektangel 8">
            <a:extLst>
              <a:ext uri="{FF2B5EF4-FFF2-40B4-BE49-F238E27FC236}">
                <a16:creationId xmlns:a16="http://schemas.microsoft.com/office/drawing/2014/main" id="{BED47574-1408-A6F0-3B5A-D8316E8FEF38}"/>
              </a:ext>
            </a:extLst>
          </p:cNvPr>
          <p:cNvSpPr>
            <a:spLocks noGrp="1" noRot="1" noMove="1" noResize="1" noEditPoints="1" noAdjustHandles="1" noChangeArrowheads="1" noChangeShapeType="1"/>
          </p:cNvSpPr>
          <p:nvPr/>
        </p:nvSpPr>
        <p:spPr>
          <a:xfrm>
            <a:off x="8536670" y="4383287"/>
            <a:ext cx="3535200" cy="2094046"/>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Rektangel 8">
            <a:extLst>
              <a:ext uri="{FF2B5EF4-FFF2-40B4-BE49-F238E27FC236}">
                <a16:creationId xmlns:a16="http://schemas.microsoft.com/office/drawing/2014/main" id="{57435CE5-64BB-01EC-06CF-C454264B63C4}"/>
              </a:ext>
            </a:extLst>
          </p:cNvPr>
          <p:cNvSpPr>
            <a:spLocks/>
          </p:cNvSpPr>
          <p:nvPr/>
        </p:nvSpPr>
        <p:spPr>
          <a:xfrm>
            <a:off x="8536670" y="2132857"/>
            <a:ext cx="3535200" cy="21529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pSp>
        <p:nvGrpSpPr>
          <p:cNvPr id="7" name="Group 6">
            <a:extLst>
              <a:ext uri="{FF2B5EF4-FFF2-40B4-BE49-F238E27FC236}">
                <a16:creationId xmlns:a16="http://schemas.microsoft.com/office/drawing/2014/main" id="{489E57E7-C85C-BD86-692A-35CD3A41191B}"/>
              </a:ext>
            </a:extLst>
          </p:cNvPr>
          <p:cNvGrpSpPr/>
          <p:nvPr/>
        </p:nvGrpSpPr>
        <p:grpSpPr>
          <a:xfrm>
            <a:off x="9349233" y="4504847"/>
            <a:ext cx="1988889" cy="1676424"/>
            <a:chOff x="9349233" y="4504847"/>
            <a:chExt cx="1988889" cy="1676424"/>
          </a:xfrm>
        </p:grpSpPr>
        <p:pic>
          <p:nvPicPr>
            <p:cNvPr id="3" name="Grafik 12" descr="Billede med massiv udfyldning">
              <a:extLst>
                <a:ext uri="{FF2B5EF4-FFF2-40B4-BE49-F238E27FC236}">
                  <a16:creationId xmlns:a16="http://schemas.microsoft.com/office/drawing/2014/main" id="{5C1910DA-6D85-D791-F612-6C6265293C94}"/>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4504847"/>
              <a:ext cx="1988889" cy="1571057"/>
            </a:xfrm>
            <a:prstGeom prst="rect">
              <a:avLst/>
            </a:prstGeom>
          </p:spPr>
        </p:pic>
        <p:sp>
          <p:nvSpPr>
            <p:cNvPr id="4" name="Tekstfelt 17">
              <a:extLst>
                <a:ext uri="{FF2B5EF4-FFF2-40B4-BE49-F238E27FC236}">
                  <a16:creationId xmlns:a16="http://schemas.microsoft.com/office/drawing/2014/main" id="{BA6832CF-FA64-221C-5722-60114938C76F}"/>
                </a:ext>
              </a:extLst>
            </p:cNvPr>
            <p:cNvSpPr txBox="1">
              <a:spLocks/>
            </p:cNvSpPr>
            <p:nvPr/>
          </p:nvSpPr>
          <p:spPr>
            <a:xfrm>
              <a:off x="9503524" y="5842717"/>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grpSp>
      <p:grpSp>
        <p:nvGrpSpPr>
          <p:cNvPr id="10" name="Group 9">
            <a:extLst>
              <a:ext uri="{FF2B5EF4-FFF2-40B4-BE49-F238E27FC236}">
                <a16:creationId xmlns:a16="http://schemas.microsoft.com/office/drawing/2014/main" id="{413E9AF1-6FEE-9459-C489-EF30E248FEF7}"/>
              </a:ext>
            </a:extLst>
          </p:cNvPr>
          <p:cNvGrpSpPr/>
          <p:nvPr/>
        </p:nvGrpSpPr>
        <p:grpSpPr>
          <a:xfrm>
            <a:off x="9349233" y="2230355"/>
            <a:ext cx="1988889" cy="1740334"/>
            <a:chOff x="9349233" y="2230355"/>
            <a:chExt cx="1988889" cy="1740334"/>
          </a:xfrm>
        </p:grpSpPr>
        <p:sp>
          <p:nvSpPr>
            <p:cNvPr id="18" name="Tekstfelt 17">
              <a:extLst>
                <a:ext uri="{FF2B5EF4-FFF2-40B4-BE49-F238E27FC236}">
                  <a16:creationId xmlns:a16="http://schemas.microsoft.com/office/drawing/2014/main" id="{3109B39C-93F4-02D1-087D-725F4A44F286}"/>
                </a:ext>
              </a:extLst>
            </p:cNvPr>
            <p:cNvSpPr txBox="1">
              <a:spLocks/>
            </p:cNvSpPr>
            <p:nvPr/>
          </p:nvSpPr>
          <p:spPr>
            <a:xfrm>
              <a:off x="9503524" y="3632135"/>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pic>
          <p:nvPicPr>
            <p:cNvPr id="5" name="Grafik 12" descr="Billede med massiv udfyldning">
              <a:extLst>
                <a:ext uri="{FF2B5EF4-FFF2-40B4-BE49-F238E27FC236}">
                  <a16:creationId xmlns:a16="http://schemas.microsoft.com/office/drawing/2014/main" id="{61795702-A2D2-B5E0-C422-B272CBEA8229}"/>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2230355"/>
              <a:ext cx="1988889" cy="1571057"/>
            </a:xfrm>
            <a:prstGeom prst="rect">
              <a:avLst/>
            </a:prstGeom>
          </p:spPr>
        </p:pic>
      </p:grpSp>
      <p:sp>
        <p:nvSpPr>
          <p:cNvPr id="8" name="TextBox 7">
            <a:extLst>
              <a:ext uri="{FF2B5EF4-FFF2-40B4-BE49-F238E27FC236}">
                <a16:creationId xmlns:a16="http://schemas.microsoft.com/office/drawing/2014/main" id="{523EB4DA-556F-627F-B551-5924C276C1A2}"/>
              </a:ext>
            </a:extLst>
          </p:cNvPr>
          <p:cNvSpPr txBox="1"/>
          <p:nvPr/>
        </p:nvSpPr>
        <p:spPr>
          <a:xfrm>
            <a:off x="227874" y="2200515"/>
            <a:ext cx="8193104" cy="2923877"/>
          </a:xfrm>
          <a:prstGeom prst="rect">
            <a:avLst/>
          </a:prstGeom>
          <a:noFill/>
        </p:spPr>
        <p:txBody>
          <a:bodyPr wrap="square" lIns="0" tIns="0" rIns="0" bIns="0" rtlCol="0">
            <a:spAutoFit/>
          </a:bodyPr>
          <a:lstStyle/>
          <a:p>
            <a:pPr algn="l">
              <a:spcBef>
                <a:spcPts val="432"/>
              </a:spcBef>
            </a:pPr>
            <a:r>
              <a:rPr lang="da-DK" dirty="0">
                <a:latin typeface="+mn-lt"/>
              </a:rPr>
              <a:t>A)</a:t>
            </a:r>
          </a:p>
          <a:p>
            <a:pPr algn="l">
              <a:spcBef>
                <a:spcPts val="432"/>
              </a:spcBef>
            </a:pPr>
            <a:endParaRPr lang="da-DK" dirty="0">
              <a:latin typeface="+mn-lt"/>
            </a:endParaRPr>
          </a:p>
          <a:p>
            <a:pPr algn="l">
              <a:spcBef>
                <a:spcPts val="432"/>
              </a:spcBef>
            </a:pPr>
            <a:endParaRPr lang="da-DK" dirty="0">
              <a:latin typeface="+mn-lt"/>
            </a:endParaRPr>
          </a:p>
          <a:p>
            <a:pPr algn="l">
              <a:spcBef>
                <a:spcPts val="432"/>
              </a:spcBef>
            </a:pPr>
            <a:endParaRPr lang="da-DK" dirty="0">
              <a:latin typeface="+mn-lt"/>
            </a:endParaRPr>
          </a:p>
          <a:p>
            <a:pPr algn="l">
              <a:spcBef>
                <a:spcPts val="432"/>
              </a:spcBef>
            </a:pPr>
            <a:r>
              <a:rPr lang="da-DK" dirty="0">
                <a:latin typeface="+mn-lt"/>
              </a:rPr>
              <a:t>B)</a:t>
            </a:r>
          </a:p>
          <a:p>
            <a:pPr algn="l">
              <a:spcBef>
                <a:spcPts val="432"/>
              </a:spcBef>
            </a:pPr>
            <a:endParaRPr lang="da-DK" dirty="0">
              <a:latin typeface="+mn-lt"/>
            </a:endParaRPr>
          </a:p>
          <a:p>
            <a:pPr algn="l">
              <a:spcBef>
                <a:spcPts val="432"/>
              </a:spcBef>
            </a:pPr>
            <a:endParaRPr lang="da-DK" dirty="0">
              <a:latin typeface="+mn-lt"/>
            </a:endParaRPr>
          </a:p>
          <a:p>
            <a:pPr algn="l">
              <a:spcBef>
                <a:spcPts val="432"/>
              </a:spcBef>
            </a:pPr>
            <a:endParaRPr lang="da-DK" dirty="0">
              <a:latin typeface="+mn-lt"/>
            </a:endParaRPr>
          </a:p>
          <a:p>
            <a:pPr algn="l">
              <a:spcBef>
                <a:spcPts val="432"/>
              </a:spcBef>
            </a:pPr>
            <a:endParaRPr lang="da-DK" dirty="0">
              <a:latin typeface="+mn-lt"/>
            </a:endParaRPr>
          </a:p>
          <a:p>
            <a:pPr algn="l">
              <a:spcBef>
                <a:spcPts val="432"/>
              </a:spcBef>
            </a:pPr>
            <a:r>
              <a:rPr lang="da-DK" dirty="0">
                <a:latin typeface="+mn-lt"/>
              </a:rPr>
              <a:t>C)</a:t>
            </a:r>
          </a:p>
        </p:txBody>
      </p:sp>
      <p:pic>
        <p:nvPicPr>
          <p:cNvPr id="13" name="Picture 12">
            <a:extLst>
              <a:ext uri="{FF2B5EF4-FFF2-40B4-BE49-F238E27FC236}">
                <a16:creationId xmlns:a16="http://schemas.microsoft.com/office/drawing/2014/main" id="{C22E8E88-41AC-9290-B269-EB079282C749}"/>
              </a:ext>
            </a:extLst>
          </p:cNvPr>
          <p:cNvPicPr>
            <a:picLocks noChangeAspect="1"/>
          </p:cNvPicPr>
          <p:nvPr/>
        </p:nvPicPr>
        <p:blipFill>
          <a:blip r:embed="rId4"/>
          <a:stretch>
            <a:fillRect/>
          </a:stretch>
        </p:blipFill>
        <p:spPr>
          <a:xfrm>
            <a:off x="8731672" y="2158974"/>
            <a:ext cx="3207378" cy="2204864"/>
          </a:xfrm>
          <a:prstGeom prst="rect">
            <a:avLst/>
          </a:prstGeom>
        </p:spPr>
      </p:pic>
      <p:pic>
        <p:nvPicPr>
          <p:cNvPr id="20" name="Picture 19">
            <a:extLst>
              <a:ext uri="{FF2B5EF4-FFF2-40B4-BE49-F238E27FC236}">
                <a16:creationId xmlns:a16="http://schemas.microsoft.com/office/drawing/2014/main" id="{DDBFDE5B-BDC4-8767-450C-5D1EEEFE7059}"/>
              </a:ext>
            </a:extLst>
          </p:cNvPr>
          <p:cNvPicPr>
            <a:picLocks noChangeAspect="1"/>
          </p:cNvPicPr>
          <p:nvPr/>
        </p:nvPicPr>
        <p:blipFill>
          <a:blip r:embed="rId5"/>
          <a:stretch>
            <a:fillRect/>
          </a:stretch>
        </p:blipFill>
        <p:spPr>
          <a:xfrm>
            <a:off x="8707438" y="4472179"/>
            <a:ext cx="2864896" cy="1733608"/>
          </a:xfrm>
          <a:prstGeom prst="rect">
            <a:avLst/>
          </a:prstGeom>
        </p:spPr>
      </p:pic>
    </p:spTree>
    <p:extLst>
      <p:ext uri="{BB962C8B-B14F-4D97-AF65-F5344CB8AC3E}">
        <p14:creationId xmlns:p14="http://schemas.microsoft.com/office/powerpoint/2010/main" val="926206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ladsholder til slidenummer 11">
            <a:extLst>
              <a:ext uri="{FF2B5EF4-FFF2-40B4-BE49-F238E27FC236}">
                <a16:creationId xmlns:a16="http://schemas.microsoft.com/office/drawing/2014/main" id="{2C528DB5-FDA2-5464-02B8-A7FA23B034F7}"/>
              </a:ext>
            </a:extLst>
          </p:cNvPr>
          <p:cNvSpPr>
            <a:spLocks noGrp="1"/>
          </p:cNvSpPr>
          <p:nvPr>
            <p:ph type="sldNum" sz="quarter" idx="17"/>
          </p:nvPr>
        </p:nvSpPr>
        <p:spPr/>
        <p:txBody>
          <a:bodyPr/>
          <a:lstStyle/>
          <a:p>
            <a:fld id="{103EA872-A674-449B-A120-B97244F8E91D}" type="slidenum">
              <a:rPr lang="en-GB" smtClean="0"/>
              <a:pPr/>
              <a:t>5</a:t>
            </a:fld>
            <a:endParaRPr lang="en-GB" dirty="0"/>
          </a:p>
        </p:txBody>
      </p:sp>
      <p:sp>
        <p:nvSpPr>
          <p:cNvPr id="14" name="Tekstfelt 13">
            <a:extLst>
              <a:ext uri="{FF2B5EF4-FFF2-40B4-BE49-F238E27FC236}">
                <a16:creationId xmlns:a16="http://schemas.microsoft.com/office/drawing/2014/main" id="{DCFA6030-D578-2509-E08C-CF4D9FD6BAE3}"/>
              </a:ext>
            </a:extLst>
          </p:cNvPr>
          <p:cNvSpPr txBox="1">
            <a:spLocks noGrp="1" noRot="1" noMove="1" noResize="1" noEditPoints="1" noAdjustHandles="1" noChangeArrowheads="1" noChangeShapeType="1"/>
          </p:cNvSpPr>
          <p:nvPr/>
        </p:nvSpPr>
        <p:spPr>
          <a:xfrm>
            <a:off x="10343678" y="260648"/>
            <a:ext cx="1736054" cy="420628"/>
          </a:xfrm>
          <a:prstGeom prst="rect">
            <a:avLst/>
          </a:prstGeom>
          <a:noFill/>
        </p:spPr>
        <p:txBody>
          <a:bodyPr wrap="square" lIns="0" tIns="0" rIns="0" bIns="0" rtlCol="0">
            <a:spAutoFit/>
          </a:bodyPr>
          <a:lstStyle/>
          <a:p>
            <a:pPr algn="l">
              <a:spcBef>
                <a:spcPts val="432"/>
              </a:spcBef>
            </a:pPr>
            <a:r>
              <a:rPr lang="en-US" sz="1200" dirty="0">
                <a:solidFill>
                  <a:srgbClr val="FC7634"/>
                </a:solidFill>
                <a:latin typeface="+mn-lt"/>
              </a:rPr>
              <a:t>DTU Course:</a:t>
            </a:r>
          </a:p>
          <a:p>
            <a:pPr algn="l">
              <a:spcBef>
                <a:spcPts val="432"/>
              </a:spcBef>
            </a:pPr>
            <a:r>
              <a:rPr lang="en-US" sz="1200" dirty="0">
                <a:solidFill>
                  <a:srgbClr val="FC7634"/>
                </a:solidFill>
                <a:latin typeface="+mn-lt"/>
              </a:rPr>
              <a:t>Innovation in Engineering</a:t>
            </a:r>
          </a:p>
        </p:txBody>
      </p:sp>
      <p:sp>
        <p:nvSpPr>
          <p:cNvPr id="15" name="Rektangel 14">
            <a:extLst>
              <a:ext uri="{FF2B5EF4-FFF2-40B4-BE49-F238E27FC236}">
                <a16:creationId xmlns:a16="http://schemas.microsoft.com/office/drawing/2014/main" id="{E281F9DD-8C08-F237-0E55-50092A0898C4}"/>
              </a:ext>
            </a:extLst>
          </p:cNvPr>
          <p:cNvSpPr>
            <a:spLocks noGrp="1" noRot="1" noMove="1" noResize="1" noEditPoints="1" noAdjustHandles="1" noChangeArrowheads="1" noChangeShapeType="1"/>
          </p:cNvSpPr>
          <p:nvPr/>
        </p:nvSpPr>
        <p:spPr>
          <a:xfrm>
            <a:off x="172024" y="2139206"/>
            <a:ext cx="8282564" cy="4320480"/>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noAutofit/>
          </a:bodyPr>
          <a:lstStyle/>
          <a:p>
            <a:pPr>
              <a:spcBef>
                <a:spcPts val="0"/>
              </a:spcBef>
              <a:spcAft>
                <a:spcPts val="0"/>
              </a:spcAft>
            </a:pPr>
            <a:endParaRPr lang="en-US" sz="1100" b="0" i="0" dirty="0">
              <a:solidFill>
                <a:schemeClr val="tx1"/>
              </a:solidFill>
              <a:effectLst/>
              <a:latin typeface="Calibri" panose="020F0502020204030204" pitchFamily="34" charset="0"/>
              <a:cs typeface="Calibri" panose="020F0502020204030204" pitchFamily="34" charset="0"/>
            </a:endParaRPr>
          </a:p>
        </p:txBody>
      </p:sp>
      <p:sp>
        <p:nvSpPr>
          <p:cNvPr id="16" name="Rektangel 15">
            <a:extLst>
              <a:ext uri="{FF2B5EF4-FFF2-40B4-BE49-F238E27FC236}">
                <a16:creationId xmlns:a16="http://schemas.microsoft.com/office/drawing/2014/main" id="{01EC9CCE-28F9-B7D2-0420-709665CC2BF0}"/>
              </a:ext>
            </a:extLst>
          </p:cNvPr>
          <p:cNvSpPr>
            <a:spLocks noGrp="1" noRot="1" noMove="1" noResize="1" noEditPoints="1" noAdjustHandles="1" noChangeArrowheads="1" noChangeShapeType="1"/>
          </p:cNvSpPr>
          <p:nvPr/>
        </p:nvSpPr>
        <p:spPr>
          <a:xfrm>
            <a:off x="172023" y="1124744"/>
            <a:ext cx="8282565" cy="93610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chorCtr="0">
            <a:noAutofit/>
          </a:bodyPr>
          <a:lstStyle/>
          <a:p>
            <a:pPr algn="l">
              <a:lnSpc>
                <a:spcPct val="80000"/>
              </a:lnSpc>
              <a:spcBef>
                <a:spcPts val="600"/>
              </a:spcBef>
            </a:pPr>
            <a:r>
              <a:rPr lang="en-US" sz="700" b="1" i="0" dirty="0">
                <a:solidFill>
                  <a:srgbClr val="000000"/>
                </a:solidFill>
                <a:effectLst/>
                <a:latin typeface="Calibri" panose="020F0502020204030204" pitchFamily="34" charset="0"/>
                <a:cs typeface="Calibri" panose="020F0502020204030204" pitchFamily="34" charset="0"/>
              </a:rPr>
              <a:t>Goal: </a:t>
            </a:r>
            <a:r>
              <a:rPr lang="en-US" sz="700" b="0" i="0" dirty="0">
                <a:solidFill>
                  <a:srgbClr val="000000"/>
                </a:solidFill>
                <a:effectLst/>
                <a:latin typeface="Calibri" panose="020F0502020204030204" pitchFamily="34" charset="0"/>
                <a:cs typeface="Calibri" panose="020F0502020204030204" pitchFamily="34" charset="0"/>
              </a:rPr>
              <a:t>The purpose of the first tasks is to reflect on the type of concept you have developed and to choose an appropriate prototype to test if your most crucial assumptions/hypotheses are true or false.</a:t>
            </a:r>
          </a:p>
          <a:p>
            <a:pPr marL="342900" indent="-342900" algn="l">
              <a:lnSpc>
                <a:spcPct val="80000"/>
              </a:lnSpc>
              <a:spcBef>
                <a:spcPts val="600"/>
              </a:spcBef>
              <a:buFont typeface="+mj-lt"/>
              <a:buAutoNum type="alphaLcParenR"/>
            </a:pPr>
            <a:r>
              <a:rPr lang="en-US" sz="700" b="0" i="0" dirty="0">
                <a:solidFill>
                  <a:srgbClr val="000000"/>
                </a:solidFill>
                <a:effectLst/>
                <a:latin typeface="Calibri" panose="020F0502020204030204" pitchFamily="34" charset="0"/>
                <a:cs typeface="Calibri" panose="020F0502020204030204" pitchFamily="34" charset="0"/>
              </a:rPr>
              <a:t>How do you plan to use the prototyping results to inform future iterations of your concept and how did its activities impact your priorities or approach moving forward?</a:t>
            </a:r>
          </a:p>
          <a:p>
            <a:pPr marL="342900" indent="-342900" algn="l">
              <a:lnSpc>
                <a:spcPct val="80000"/>
              </a:lnSpc>
              <a:spcBef>
                <a:spcPts val="600"/>
              </a:spcBef>
              <a:buFont typeface="+mj-lt"/>
              <a:buAutoNum type="alphaLcParenR"/>
            </a:pPr>
            <a:r>
              <a:rPr lang="en-US" sz="700" b="0" i="0" dirty="0">
                <a:solidFill>
                  <a:srgbClr val="000000"/>
                </a:solidFill>
                <a:effectLst/>
                <a:latin typeface="Calibri" panose="020F0502020204030204" pitchFamily="34" charset="0"/>
                <a:cs typeface="Calibri" panose="020F0502020204030204" pitchFamily="34" charset="0"/>
              </a:rPr>
              <a:t>What considerations are important when prototyping, and how did these influence your decisions?</a:t>
            </a:r>
          </a:p>
          <a:p>
            <a:pPr marL="342900" indent="-342900" algn="l">
              <a:lnSpc>
                <a:spcPct val="80000"/>
              </a:lnSpc>
              <a:spcBef>
                <a:spcPts val="600"/>
              </a:spcBef>
              <a:buFont typeface="+mj-lt"/>
              <a:buAutoNum type="alphaLcParenR"/>
            </a:pPr>
            <a:r>
              <a:rPr lang="en-US" sz="700" b="0" i="0" dirty="0">
                <a:solidFill>
                  <a:srgbClr val="000000"/>
                </a:solidFill>
                <a:effectLst/>
                <a:latin typeface="Calibri" panose="020F0502020204030204" pitchFamily="34" charset="0"/>
                <a:cs typeface="Calibri" panose="020F0502020204030204" pitchFamily="34" charset="0"/>
              </a:rPr>
              <a:t>What risks are associated with not investigating assumptions during prototyping and testing?</a:t>
            </a:r>
          </a:p>
          <a:p>
            <a:pPr algn="l">
              <a:lnSpc>
                <a:spcPct val="80000"/>
              </a:lnSpc>
              <a:spcBef>
                <a:spcPts val="600"/>
              </a:spcBef>
            </a:pPr>
            <a:r>
              <a:rPr lang="en-US" sz="700" b="1" i="0" dirty="0">
                <a:solidFill>
                  <a:srgbClr val="000000"/>
                </a:solidFill>
                <a:effectLst/>
                <a:latin typeface="Calibri" panose="020F0502020204030204" pitchFamily="34" charset="0"/>
                <a:cs typeface="Calibri" panose="020F0502020204030204" pitchFamily="34" charset="0"/>
              </a:rPr>
              <a:t>Consider: </a:t>
            </a:r>
            <a:r>
              <a:rPr lang="en-US" sz="700" b="0" i="0" dirty="0">
                <a:solidFill>
                  <a:srgbClr val="000000"/>
                </a:solidFill>
                <a:effectLst/>
                <a:latin typeface="Calibri" panose="020F0502020204030204" pitchFamily="34" charset="0"/>
                <a:cs typeface="Calibri" panose="020F0502020204030204" pitchFamily="34" charset="0"/>
              </a:rPr>
              <a:t>Iterative development, prototyping considerations, risk assessment</a:t>
            </a:r>
          </a:p>
        </p:txBody>
      </p:sp>
      <p:sp>
        <p:nvSpPr>
          <p:cNvPr id="17" name="Rektangel 16">
            <a:extLst>
              <a:ext uri="{FF2B5EF4-FFF2-40B4-BE49-F238E27FC236}">
                <a16:creationId xmlns:a16="http://schemas.microsoft.com/office/drawing/2014/main" id="{A9B3FC25-4924-AADE-82D0-4CBB76A776A0}"/>
              </a:ext>
            </a:extLst>
          </p:cNvPr>
          <p:cNvSpPr>
            <a:spLocks noGrp="1" noRot="1" noMove="1" noResize="1" noEditPoints="1" noAdjustHandles="1" noChangeArrowheads="1" noChangeShapeType="1"/>
          </p:cNvSpPr>
          <p:nvPr/>
        </p:nvSpPr>
        <p:spPr>
          <a:xfrm>
            <a:off x="8536670" y="1127768"/>
            <a:ext cx="3535200" cy="93308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normAutofit/>
          </a:bodyPr>
          <a:lstStyle/>
          <a:p>
            <a:r>
              <a:rPr lang="en-US" sz="1200" b="1" dirty="0">
                <a:solidFill>
                  <a:schemeClr val="tx1"/>
                </a:solidFill>
                <a:latin typeface="Calibri" panose="020F0502020204030204" pitchFamily="34" charset="0"/>
                <a:cs typeface="Calibri" panose="020F0502020204030204" pitchFamily="34" charset="0"/>
              </a:rPr>
              <a:t>Student name: Hákon Hlynsson </a:t>
            </a:r>
          </a:p>
          <a:p>
            <a:r>
              <a:rPr lang="en-US" sz="1200" b="1" dirty="0">
                <a:solidFill>
                  <a:schemeClr val="tx1"/>
                </a:solidFill>
                <a:latin typeface="Calibri" panose="020F0502020204030204" pitchFamily="34" charset="0"/>
                <a:cs typeface="Calibri" panose="020F0502020204030204" pitchFamily="34" charset="0"/>
              </a:rPr>
              <a:t>Student nr.: s225765</a:t>
            </a:r>
          </a:p>
        </p:txBody>
      </p:sp>
      <p:sp>
        <p:nvSpPr>
          <p:cNvPr id="2" name="Rektangel 8">
            <a:extLst>
              <a:ext uri="{FF2B5EF4-FFF2-40B4-BE49-F238E27FC236}">
                <a16:creationId xmlns:a16="http://schemas.microsoft.com/office/drawing/2014/main" id="{BED47574-1408-A6F0-3B5A-D8316E8FEF38}"/>
              </a:ext>
            </a:extLst>
          </p:cNvPr>
          <p:cNvSpPr>
            <a:spLocks noGrp="1" noRot="1" noMove="1" noResize="1" noEditPoints="1" noAdjustHandles="1" noChangeArrowheads="1" noChangeShapeType="1"/>
          </p:cNvSpPr>
          <p:nvPr/>
        </p:nvSpPr>
        <p:spPr>
          <a:xfrm>
            <a:off x="8536670" y="4383287"/>
            <a:ext cx="3535200" cy="2094046"/>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Rektangel 8">
            <a:extLst>
              <a:ext uri="{FF2B5EF4-FFF2-40B4-BE49-F238E27FC236}">
                <a16:creationId xmlns:a16="http://schemas.microsoft.com/office/drawing/2014/main" id="{57435CE5-64BB-01EC-06CF-C454264B63C4}"/>
              </a:ext>
            </a:extLst>
          </p:cNvPr>
          <p:cNvSpPr>
            <a:spLocks/>
          </p:cNvSpPr>
          <p:nvPr/>
        </p:nvSpPr>
        <p:spPr>
          <a:xfrm>
            <a:off x="8536670" y="2132857"/>
            <a:ext cx="3535200" cy="21529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pSp>
        <p:nvGrpSpPr>
          <p:cNvPr id="7" name="Group 6">
            <a:extLst>
              <a:ext uri="{FF2B5EF4-FFF2-40B4-BE49-F238E27FC236}">
                <a16:creationId xmlns:a16="http://schemas.microsoft.com/office/drawing/2014/main" id="{489E57E7-C85C-BD86-692A-35CD3A41191B}"/>
              </a:ext>
            </a:extLst>
          </p:cNvPr>
          <p:cNvGrpSpPr/>
          <p:nvPr/>
        </p:nvGrpSpPr>
        <p:grpSpPr>
          <a:xfrm>
            <a:off x="9349233" y="4504847"/>
            <a:ext cx="1988889" cy="1676424"/>
            <a:chOff x="9349233" y="4504847"/>
            <a:chExt cx="1988889" cy="1676424"/>
          </a:xfrm>
        </p:grpSpPr>
        <p:pic>
          <p:nvPicPr>
            <p:cNvPr id="3" name="Grafik 12" descr="Billede med massiv udfyldning">
              <a:extLst>
                <a:ext uri="{FF2B5EF4-FFF2-40B4-BE49-F238E27FC236}">
                  <a16:creationId xmlns:a16="http://schemas.microsoft.com/office/drawing/2014/main" id="{5C1910DA-6D85-D791-F612-6C6265293C94}"/>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4504847"/>
              <a:ext cx="1988889" cy="1571057"/>
            </a:xfrm>
            <a:prstGeom prst="rect">
              <a:avLst/>
            </a:prstGeom>
          </p:spPr>
        </p:pic>
        <p:sp>
          <p:nvSpPr>
            <p:cNvPr id="4" name="Tekstfelt 17">
              <a:extLst>
                <a:ext uri="{FF2B5EF4-FFF2-40B4-BE49-F238E27FC236}">
                  <a16:creationId xmlns:a16="http://schemas.microsoft.com/office/drawing/2014/main" id="{BA6832CF-FA64-221C-5722-60114938C76F}"/>
                </a:ext>
              </a:extLst>
            </p:cNvPr>
            <p:cNvSpPr txBox="1">
              <a:spLocks/>
            </p:cNvSpPr>
            <p:nvPr/>
          </p:nvSpPr>
          <p:spPr>
            <a:xfrm>
              <a:off x="9503524" y="5842717"/>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grpSp>
      <p:grpSp>
        <p:nvGrpSpPr>
          <p:cNvPr id="10" name="Group 9">
            <a:extLst>
              <a:ext uri="{FF2B5EF4-FFF2-40B4-BE49-F238E27FC236}">
                <a16:creationId xmlns:a16="http://schemas.microsoft.com/office/drawing/2014/main" id="{413E9AF1-6FEE-9459-C489-EF30E248FEF7}"/>
              </a:ext>
            </a:extLst>
          </p:cNvPr>
          <p:cNvGrpSpPr/>
          <p:nvPr/>
        </p:nvGrpSpPr>
        <p:grpSpPr>
          <a:xfrm>
            <a:off x="9349233" y="2230355"/>
            <a:ext cx="1988889" cy="1740334"/>
            <a:chOff x="9349233" y="2230355"/>
            <a:chExt cx="1988889" cy="1740334"/>
          </a:xfrm>
        </p:grpSpPr>
        <p:sp>
          <p:nvSpPr>
            <p:cNvPr id="18" name="Tekstfelt 17">
              <a:extLst>
                <a:ext uri="{FF2B5EF4-FFF2-40B4-BE49-F238E27FC236}">
                  <a16:creationId xmlns:a16="http://schemas.microsoft.com/office/drawing/2014/main" id="{3109B39C-93F4-02D1-087D-725F4A44F286}"/>
                </a:ext>
              </a:extLst>
            </p:cNvPr>
            <p:cNvSpPr txBox="1">
              <a:spLocks/>
            </p:cNvSpPr>
            <p:nvPr/>
          </p:nvSpPr>
          <p:spPr>
            <a:xfrm>
              <a:off x="9503524" y="3632135"/>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pic>
          <p:nvPicPr>
            <p:cNvPr id="5" name="Grafik 12" descr="Billede med massiv udfyldning">
              <a:extLst>
                <a:ext uri="{FF2B5EF4-FFF2-40B4-BE49-F238E27FC236}">
                  <a16:creationId xmlns:a16="http://schemas.microsoft.com/office/drawing/2014/main" id="{61795702-A2D2-B5E0-C422-B272CBEA8229}"/>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2230355"/>
              <a:ext cx="1988889" cy="1571057"/>
            </a:xfrm>
            <a:prstGeom prst="rect">
              <a:avLst/>
            </a:prstGeom>
          </p:spPr>
        </p:pic>
      </p:grpSp>
      <p:sp>
        <p:nvSpPr>
          <p:cNvPr id="8" name="TextBox 7">
            <a:extLst>
              <a:ext uri="{FF2B5EF4-FFF2-40B4-BE49-F238E27FC236}">
                <a16:creationId xmlns:a16="http://schemas.microsoft.com/office/drawing/2014/main" id="{FB599BE6-A577-EFD0-3DCC-A9EE3E8B3B4E}"/>
              </a:ext>
            </a:extLst>
          </p:cNvPr>
          <p:cNvSpPr txBox="1"/>
          <p:nvPr/>
        </p:nvSpPr>
        <p:spPr>
          <a:xfrm>
            <a:off x="190550" y="2204864"/>
            <a:ext cx="8193104" cy="3816429"/>
          </a:xfrm>
          <a:prstGeom prst="rect">
            <a:avLst/>
          </a:prstGeom>
          <a:noFill/>
        </p:spPr>
        <p:txBody>
          <a:bodyPr wrap="square" lIns="0" tIns="0" rIns="0" bIns="0" rtlCol="0">
            <a:spAutoFit/>
          </a:bodyPr>
          <a:lstStyle/>
          <a:p>
            <a:pPr algn="l">
              <a:spcBef>
                <a:spcPts val="432"/>
              </a:spcBef>
            </a:pPr>
            <a:r>
              <a:rPr lang="da-DK" dirty="0">
                <a:latin typeface="+mn-lt"/>
              </a:rPr>
              <a:t>A)</a:t>
            </a:r>
          </a:p>
          <a:p>
            <a:pPr algn="l">
              <a:spcBef>
                <a:spcPts val="432"/>
              </a:spcBef>
            </a:pPr>
            <a:endParaRPr lang="da-DK" dirty="0">
              <a:latin typeface="+mn-lt"/>
            </a:endParaRPr>
          </a:p>
          <a:p>
            <a:pPr algn="l">
              <a:spcBef>
                <a:spcPts val="432"/>
              </a:spcBef>
            </a:pPr>
            <a:endParaRPr lang="da-DK" dirty="0">
              <a:latin typeface="+mn-lt"/>
            </a:endParaRPr>
          </a:p>
          <a:p>
            <a:pPr algn="l">
              <a:spcBef>
                <a:spcPts val="432"/>
              </a:spcBef>
            </a:pPr>
            <a:endParaRPr lang="da-DK" dirty="0">
              <a:latin typeface="+mn-lt"/>
            </a:endParaRPr>
          </a:p>
          <a:p>
            <a:pPr algn="l">
              <a:spcBef>
                <a:spcPts val="432"/>
              </a:spcBef>
            </a:pPr>
            <a:r>
              <a:rPr lang="da-DK" dirty="0">
                <a:latin typeface="+mn-lt"/>
              </a:rPr>
              <a:t>B)</a:t>
            </a:r>
          </a:p>
          <a:p>
            <a:pPr algn="l">
              <a:spcBef>
                <a:spcPts val="432"/>
              </a:spcBef>
            </a:pPr>
            <a:endParaRPr lang="da-DK" dirty="0">
              <a:latin typeface="+mn-lt"/>
            </a:endParaRPr>
          </a:p>
          <a:p>
            <a:pPr algn="l">
              <a:spcBef>
                <a:spcPts val="432"/>
              </a:spcBef>
            </a:pPr>
            <a:endParaRPr lang="da-DK" dirty="0">
              <a:latin typeface="+mn-lt"/>
            </a:endParaRPr>
          </a:p>
          <a:p>
            <a:pPr algn="l">
              <a:spcBef>
                <a:spcPts val="432"/>
              </a:spcBef>
            </a:pPr>
            <a:endParaRPr lang="da-DK" dirty="0">
              <a:latin typeface="+mn-lt"/>
            </a:endParaRPr>
          </a:p>
          <a:p>
            <a:pPr algn="l">
              <a:spcBef>
                <a:spcPts val="432"/>
              </a:spcBef>
            </a:pPr>
            <a:endParaRPr lang="da-DK" dirty="0">
              <a:latin typeface="+mn-lt"/>
            </a:endParaRPr>
          </a:p>
          <a:p>
            <a:pPr algn="l">
              <a:spcBef>
                <a:spcPts val="432"/>
              </a:spcBef>
            </a:pPr>
            <a:r>
              <a:rPr lang="da-DK" dirty="0">
                <a:latin typeface="+mn-lt"/>
              </a:rPr>
              <a:t>C)</a:t>
            </a:r>
          </a:p>
          <a:p>
            <a:pPr algn="l">
              <a:spcBef>
                <a:spcPts val="432"/>
              </a:spcBef>
            </a:pPr>
            <a:endParaRPr lang="da-DK" dirty="0">
              <a:latin typeface="+mn-lt"/>
            </a:endParaRPr>
          </a:p>
          <a:p>
            <a:pPr algn="l">
              <a:spcBef>
                <a:spcPts val="432"/>
              </a:spcBef>
            </a:pPr>
            <a:endParaRPr lang="da-DK" dirty="0">
              <a:latin typeface="+mn-lt"/>
            </a:endParaRPr>
          </a:p>
          <a:p>
            <a:pPr algn="l">
              <a:spcBef>
                <a:spcPts val="432"/>
              </a:spcBef>
            </a:pPr>
            <a:endParaRPr lang="da-DK" dirty="0">
              <a:latin typeface="+mn-lt"/>
            </a:endParaRPr>
          </a:p>
        </p:txBody>
      </p:sp>
    </p:spTree>
    <p:extLst>
      <p:ext uri="{BB962C8B-B14F-4D97-AF65-F5344CB8AC3E}">
        <p14:creationId xmlns:p14="http://schemas.microsoft.com/office/powerpoint/2010/main" val="30572264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DNEW" val="False"/>
</p:tagLst>
</file>

<file path=ppt/tags/tag2.xml><?xml version="1.0" encoding="utf-8"?>
<p:tagLst xmlns:a="http://schemas.openxmlformats.org/drawingml/2006/main" xmlns:r="http://schemas.openxmlformats.org/officeDocument/2006/relationships" xmlns:p="http://schemas.openxmlformats.org/presentationml/2006/main">
  <p:tag name="SHAPE_LOCKS" val="0"/>
</p:tagLst>
</file>

<file path=ppt/tags/tag3.xml><?xml version="1.0" encoding="utf-8"?>
<p:tagLst xmlns:a="http://schemas.openxmlformats.org/drawingml/2006/main" xmlns:r="http://schemas.openxmlformats.org/officeDocument/2006/relationships" xmlns:p="http://schemas.openxmlformats.org/presentationml/2006/main">
  <p:tag name="SHAPE_LOCKS" val="0"/>
</p:tagLst>
</file>

<file path=ppt/tags/tag4.xml><?xml version="1.0" encoding="utf-8"?>
<p:tagLst xmlns:a="http://schemas.openxmlformats.org/drawingml/2006/main" xmlns:r="http://schemas.openxmlformats.org/officeDocument/2006/relationships" xmlns:p="http://schemas.openxmlformats.org/presentationml/2006/main">
  <p:tag name="SHAPE_LOCKS" val="0"/>
</p:tagLst>
</file>

<file path=ppt/tags/tag5.xml><?xml version="1.0" encoding="utf-8"?>
<p:tagLst xmlns:a="http://schemas.openxmlformats.org/drawingml/2006/main" xmlns:r="http://schemas.openxmlformats.org/officeDocument/2006/relationships" xmlns:p="http://schemas.openxmlformats.org/presentationml/2006/main">
  <p:tag name="SHAPE_LOCKS" val="0"/>
</p:tagLst>
</file>

<file path=ppt/theme/theme1.xml><?xml version="1.0" encoding="utf-8"?>
<a:theme xmlns:a="http://schemas.openxmlformats.org/drawingml/2006/main" name="Blank">
  <a:themeElements>
    <a:clrScheme name="DTU">
      <a:dk1>
        <a:srgbClr val="000000"/>
      </a:dk1>
      <a:lt1>
        <a:srgbClr val="FFFFFF"/>
      </a:lt1>
      <a:dk2>
        <a:srgbClr val="990000"/>
      </a:dk2>
      <a:lt2>
        <a:srgbClr val="79238E"/>
      </a:lt2>
      <a:accent1>
        <a:srgbClr val="990000"/>
      </a:accent1>
      <a:accent2>
        <a:srgbClr val="2F3EEA"/>
      </a:accent2>
      <a:accent3>
        <a:srgbClr val="1FD082"/>
      </a:accent3>
      <a:accent4>
        <a:srgbClr val="171748"/>
      </a:accent4>
      <a:accent5>
        <a:srgbClr val="F6D04D"/>
      </a:accent5>
      <a:accent6>
        <a:srgbClr val="FC7634"/>
      </a:accent6>
      <a:hlink>
        <a:srgbClr val="2F3EEA"/>
      </a:hlink>
      <a:folHlink>
        <a:srgbClr val="990000"/>
      </a:folHlink>
    </a:clrScheme>
    <a:fontScheme name="DT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C7634"/>
        </a:solidFill>
        <a:ln w="9525" cap="flat" cmpd="sng" algn="ctr">
          <a:solidFill>
            <a:schemeClr val="accent6"/>
          </a:solidFill>
          <a:prstDash val="solid"/>
          <a:miter lim="800000"/>
          <a:headEnd type="none" w="med" len="med"/>
          <a:tailEnd type="none" w="med" len="med"/>
        </a:ln>
        <a:effectLst/>
      </a:spPr>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defPPr marL="0" marR="0" indent="0" algn="ctr" defTabSz="914400" rtl="0" eaLnBrk="1" fontAlgn="base" latinLnBrk="0" hangingPunct="1">
          <a:lnSpc>
            <a:spcPct val="100000"/>
          </a:lnSpc>
          <a:spcBef>
            <a:spcPts val="432"/>
          </a:spcBef>
          <a:spcAft>
            <a:spcPct val="0"/>
          </a:spcAft>
          <a:buClrTx/>
          <a:buSzTx/>
          <a:buFontTx/>
          <a:buNone/>
          <a:tabLst/>
          <a:defRPr kumimoji="0" sz="1600" b="0" i="0" u="none" strike="noStrike" cap="none" normalizeH="0" baseline="0" dirty="0" err="1" smtClean="0">
            <a:ln>
              <a:noFill/>
            </a:ln>
            <a:solidFill>
              <a:srgbClr val="FFFFFF"/>
            </a:solidFill>
            <a:effectLst/>
            <a:latin typeface="+mn-lt"/>
            <a:ea typeface="ＭＳ Ｐゴシック" pitchFamily="-80" charset="-128"/>
          </a:defRPr>
        </a:defPPr>
      </a:lstStyle>
    </a:spDef>
    <a:lnDef>
      <a:spPr bwMode="auto">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lIns="0" tIns="0" rIns="0" bIns="0" rtlCol="0">
        <a:spAutoFit/>
      </a:bodyPr>
      <a:lstStyle>
        <a:defPPr algn="l">
          <a:spcBef>
            <a:spcPts val="432"/>
          </a:spcBef>
          <a:defRPr dirty="0" err="1" smtClean="0">
            <a:latin typeface="+mn-lt"/>
          </a:defRPr>
        </a:defPPr>
      </a:lstStyle>
    </a:txDef>
  </a:objectDefaults>
  <a:extraClrSchemeLst/>
  <a:extLst>
    <a:ext uri="{05A4C25C-085E-4340-85A3-A5531E510DB2}">
      <thm15:themeFamily xmlns:thm15="http://schemas.microsoft.com/office/thememl/2012/main" name="DTU Template 16_9 - Orange-ENG.potx" id="{FC863BC2-690C-4C19-BE61-1C7D6FA0E467}" vid="{5FDB9140-52A3-43FC-A1A7-0C1C85028B73}"/>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TemplafySlideTemplateConfiguration><![CDATA[{"elementsMetadata":[],"documentContentValidatorConfiguration":{"enableDocumentContentValidator":false,"documentContentValidatorVersion":0},"slideId":"636957681830325549","enableDocumentContentUpdater":true,"version":"1.2"}]]></TemplafySlideTemplateConfiguration>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TemplafySlideFormConfiguration><![CDATA[{"formFields":[],"formDataEntries":[]}]]></TemplafySlideFormConfiguration>
</file>

<file path=customXml/item4.xml><?xml version="1.0" encoding="utf-8"?>
<TemplafyFormConfiguration><![CDATA[{"formFields":[{"required":false,"type":"datePicker","name":"Date","label":"Date","helpTexts":{"prefix":"","postfix":""},"spacing":{},"fullyQualifiedName":"Date"},{"required":false,"placeholder":"","lines":0,"type":"textBox","name":"PresentationTitle","label":"Presentation title","helpTexts":{"prefix":"","postfix":""},"spacing":{},"fullyQualifiedName":"PresentationTitle"}],"formDataEntries":[]}]]></TemplafyFormConfiguration>
</file>

<file path=customXml/item5.xml><?xml version="1.0" encoding="utf-8"?>
<TemplafySlideFormConfiguration><![CDATA[{"formFields":[],"formDataEntries":[]}]]></TemplafySlideFormConfiguration>
</file>

<file path=customXml/item6.xml><?xml version="1.0" encoding="utf-8"?>
<TemplafySlideFormConfiguration><![CDATA[{"formFields":[],"formDataEntries":[]}]]></TemplafySlideFormConfiguration>
</file>

<file path=customXml/item7.xml><?xml version="1.0" encoding="utf-8"?>
<ct:contentTypeSchema xmlns:ct="http://schemas.microsoft.com/office/2006/metadata/contentType" xmlns:ma="http://schemas.microsoft.com/office/2006/metadata/properties/metaAttributes" ct:_="" ma:_="" ma:contentTypeName="Document" ma:contentTypeID="0x0101009ADA1FD2B40FDA458284BB6FCA763489" ma:contentTypeVersion="5" ma:contentTypeDescription="Create a new document." ma:contentTypeScope="" ma:versionID="72b2569ebc96083092f6d8e76413cd52">
  <xsd:schema xmlns:xsd="http://www.w3.org/2001/XMLSchema" xmlns:xs="http://www.w3.org/2001/XMLSchema" xmlns:p="http://schemas.microsoft.com/office/2006/metadata/properties" xmlns:ns2="683dcda1-f8c3-442f-ae64-e236c052732d" xmlns:ns3="715bde23-c48d-41ea-a697-dffaa8fbae8d" targetNamespace="http://schemas.microsoft.com/office/2006/metadata/properties" ma:root="true" ma:fieldsID="df14c340b530a7b5c38005fefa6a5693" ns2:_="" ns3:_="">
    <xsd:import namespace="683dcda1-f8c3-442f-ae64-e236c052732d"/>
    <xsd:import namespace="715bde23-c48d-41ea-a697-dffaa8fbae8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3dcda1-f8c3-442f-ae64-e236c05273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5bde23-c48d-41ea-a697-dffaa8fbae8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8.xml><?xml version="1.0" encoding="utf-8"?>
<TemplafyTemplateConfiguration><![CDATA[{"elementsMetadata":[],"transformationConfigurations":[{"language":"{{DocumentLanguage}}","disableUpdates":false,"type":"proofingLanguage"}],"templateName":"DTU Template 16_9 - Orange","templateDescription":"","enableDocumentContentUpdater":true,"version":"1.2"}]]></TemplafyTemplateConfiguration>
</file>

<file path=customXml/item9.xml><?xml version="1.0" encoding="utf-8"?>
<TemplafySlideTemplateConfiguration><![CDATA[{"elementsMetadata":[],"documentContentValidatorConfiguration":{"enableDocumentContentValidator":false,"documentContentValidatorVersion":0},"slideId":"636957681830325550","enableDocumentContentUpdater":true,"version":"1.2"}]]></TemplafySlideTemplateConfiguration>
</file>

<file path=customXml/item10.xml><?xml version="1.0" encoding="utf-8"?>
<TemplafySlideTemplateConfiguration><![CDATA[{"elementsMetadata":[],"documentContentValidatorConfiguration":{"enableDocumentContentValidator":false,"documentContentValidatorVersion":0},"slideId":"636957681830325550","enableDocumentContentUpdater":true,"version":"1.2"}]]></TemplafySlideTemplateConfiguration>
</file>

<file path=customXml/item11.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167C79-4424-41FD-A23D-1FFDFC31709F}">
  <ds:schemaRefs/>
</ds:datastoreItem>
</file>

<file path=customXml/itemProps2.xml><?xml version="1.0" encoding="utf-8"?>
<ds:datastoreItem xmlns:ds="http://schemas.openxmlformats.org/officeDocument/2006/customXml" ds:itemID="{311D8F69-5ECA-484A-9843-D7A9FA07A633}">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47EE439-978B-4AAF-A304-F50A0A77005A}">
  <ds:schemaRefs/>
</ds:datastoreItem>
</file>

<file path=customXml/itemProps4.xml><?xml version="1.0" encoding="utf-8"?>
<ds:datastoreItem xmlns:ds="http://schemas.openxmlformats.org/officeDocument/2006/customXml" ds:itemID="{32380D25-DF6E-4164-BBCB-B0CC432066AA}">
  <ds:schemaRefs/>
</ds:datastoreItem>
</file>

<file path=customXml/itemProps5.xml><?xml version="1.0" encoding="utf-8"?>
<ds:datastoreItem xmlns:ds="http://schemas.openxmlformats.org/officeDocument/2006/customXml" ds:itemID="{1CC6CAE0-9BF2-4666-9E28-374F30B73B49}">
  <ds:schemaRefs/>
</ds:datastoreItem>
</file>

<file path=customXml/itemProps6.xml><?xml version="1.0" encoding="utf-8"?>
<ds:datastoreItem xmlns:ds="http://schemas.openxmlformats.org/officeDocument/2006/customXml" ds:itemID="{98A8915E-5650-4CB3-AE25-656C5753629D}">
  <ds:schemaRefs/>
</ds:datastoreItem>
</file>

<file path=customXml/itemProps7.xml><?xml version="1.0" encoding="utf-8"?>
<ds:datastoreItem xmlns:ds="http://schemas.openxmlformats.org/officeDocument/2006/customXml" ds:itemID="{BEF6ABA8-2614-4099-A295-DBB2F5A98A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3dcda1-f8c3-442f-ae64-e236c052732d"/>
    <ds:schemaRef ds:uri="715bde23-c48d-41ea-a697-dffaa8fbae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8.xml><?xml version="1.0" encoding="utf-8"?>
<ds:datastoreItem xmlns:ds="http://schemas.openxmlformats.org/officeDocument/2006/customXml" ds:itemID="{1334258C-C3E7-4029-A615-C886A240FB15}">
  <ds:schemaRefs/>
</ds:datastoreItem>
</file>

<file path=customXml/itemProps9.xml><?xml version="1.0" encoding="utf-8"?>
<ds:datastoreItem xmlns:ds="http://schemas.openxmlformats.org/officeDocument/2006/customXml" ds:itemID="{75DEF665-9C8B-4B31-8F77-BB5A3F043FF1}">
  <ds:schemaRefs/>
</ds:datastoreItem>
</file>

<file path=customXml/itemProps10.xml><?xml version="1.0" encoding="utf-8"?>
<ds:datastoreItem xmlns:ds="http://schemas.openxmlformats.org/officeDocument/2006/customXml" ds:itemID="{345F8103-5ABA-4F70-9DC0-346FE235487F}">
  <ds:schemaRefs/>
</ds:datastoreItem>
</file>

<file path=customXml/itemProps11.xml><?xml version="1.0" encoding="utf-8"?>
<ds:datastoreItem xmlns:ds="http://schemas.openxmlformats.org/officeDocument/2006/customXml" ds:itemID="{E6F74363-E879-4779-8517-AE92C87DFD5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DTU Template 16_9 - Orange-ENG</Template>
  <TotalTime>782</TotalTime>
  <Words>1397</Words>
  <Application>Microsoft Office PowerPoint</Application>
  <PresentationFormat>Custom</PresentationFormat>
  <Paragraphs>92</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Verdana</vt:lpstr>
      <vt:lpstr>Blank</vt:lpstr>
      <vt:lpstr>Progress Report 3</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Henrik Jørgensen</dc:creator>
  <cp:lastModifiedBy>Hákon Hlynsson</cp:lastModifiedBy>
  <cp:revision>60</cp:revision>
  <dcterms:created xsi:type="dcterms:W3CDTF">2024-05-06T14:25:34Z</dcterms:created>
  <dcterms:modified xsi:type="dcterms:W3CDTF">2026-08-18T19:43:03Z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dIsCodeFreeTemplate">
    <vt:lpwstr>True</vt:lpwstr>
  </property>
  <property fmtid="{D5CDD505-2E9C-101B-9397-08002B2CF9AE}" pid="3" name="TemplafyTimeStamp">
    <vt:lpwstr>2019-06-10T12:56:22.6932297Z</vt:lpwstr>
  </property>
  <property fmtid="{D5CDD505-2E9C-101B-9397-08002B2CF9AE}" pid="4" name="ContentTypeId">
    <vt:lpwstr>0x0101009ADA1FD2B40FDA458284BB6FCA763489</vt:lpwstr>
  </property>
</Properties>
</file>